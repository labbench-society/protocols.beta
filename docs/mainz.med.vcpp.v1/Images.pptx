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00" autoAdjust="0"/>
  </p:normalViewPr>
  <p:slideViewPr>
    <p:cSldViewPr snapToGrid="0">
      <p:cViewPr varScale="1">
        <p:scale>
          <a:sx n="78" d="100"/>
          <a:sy n="78" d="100"/>
        </p:scale>
        <p:origin x="9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A29A1-A18F-4C86-A315-A030E9FEB606}" type="datetimeFigureOut">
              <a:rPr lang="en-DK" smtClean="0"/>
              <a:t>14/04/2026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545BC-EA28-43CB-9CEF-9A2E2FD0C97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386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Cross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865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Stimulating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8623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8264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420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69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01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us Sign 4">
            <a:extLst>
              <a:ext uri="{FF2B5EF4-FFF2-40B4-BE49-F238E27FC236}">
                <a16:creationId xmlns:a16="http://schemas.microsoft.com/office/drawing/2014/main" id="{DB310C39-E3F4-7068-2CA2-F314AFED2D6C}"/>
              </a:ext>
            </a:extLst>
          </p:cNvPr>
          <p:cNvSpPr/>
          <p:nvPr/>
        </p:nvSpPr>
        <p:spPr>
          <a:xfrm>
            <a:off x="4701745" y="2224216"/>
            <a:ext cx="2788509" cy="240956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256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ning Bolt Yellow Symbol PNG &amp; SVG Design For T-Shirts">
            <a:extLst>
              <a:ext uri="{FF2B5EF4-FFF2-40B4-BE49-F238E27FC236}">
                <a16:creationId xmlns:a16="http://schemas.microsoft.com/office/drawing/2014/main" id="{3B8BF906-2055-83D5-B3B6-3E0CBAD12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61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AKE A BREAK.&#10;&#10;AI-generated content may be incorrect.">
            <a:extLst>
              <a:ext uri="{FF2B5EF4-FFF2-40B4-BE49-F238E27FC236}">
                <a16:creationId xmlns:a16="http://schemas.microsoft.com/office/drawing/2014/main" id="{0E7D4FA4-7A95-4C07-421D-A35A0D0F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9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331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</Words>
  <Application>Microsoft Office PowerPoint</Application>
  <PresentationFormat>Widescreen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17</cp:revision>
  <dcterms:created xsi:type="dcterms:W3CDTF">2025-07-09T11:14:11Z</dcterms:created>
  <dcterms:modified xsi:type="dcterms:W3CDTF">2026-04-14T09:00:37Z</dcterms:modified>
</cp:coreProperties>
</file>