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</p:sldIdLst>
  <p:sldSz cx="21601113" cy="144002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DBBD2-E51C-4F65-B024-D25F532E7882}" v="5" dt="2024-11-30T15:03:06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330" y="-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an Hennings" userId="c750005e-88d6-4112-85a2-8817d1a82a89" providerId="ADAL" clId="{AE8DBBD2-E51C-4F65-B024-D25F532E7882}"/>
    <pc:docChg chg="custSel addSld modSld">
      <pc:chgData name="Kristian Hennings" userId="c750005e-88d6-4112-85a2-8817d1a82a89" providerId="ADAL" clId="{AE8DBBD2-E51C-4F65-B024-D25F532E7882}" dt="2024-11-30T15:03:11.439" v="7" actId="478"/>
      <pc:docMkLst>
        <pc:docMk/>
      </pc:docMkLst>
      <pc:sldChg chg="addSp delSp modSp new mod modClrScheme chgLayout">
        <pc:chgData name="Kristian Hennings" userId="c750005e-88d6-4112-85a2-8817d1a82a89" providerId="ADAL" clId="{AE8DBBD2-E51C-4F65-B024-D25F532E7882}" dt="2024-11-30T15:03:11.439" v="7" actId="478"/>
        <pc:sldMkLst>
          <pc:docMk/>
          <pc:sldMk cId="786876301" sldId="256"/>
        </pc:sldMkLst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2" creationId="{233B9773-ED68-8F58-6FE5-3F61B3109FB8}"/>
          </ac:spMkLst>
        </pc:spChg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3" creationId="{5CA84863-22F8-24CD-7F7A-747DCE2C3CD1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6" creationId="{50B3C1AC-38B5-7C2B-7AB2-CC309C214B33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7" creationId="{31F0E11A-522D-47E9-7635-166DD0A2974A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8" creationId="{6D7CE593-AF9A-7FF0-2A7F-05E9EE1E676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9" creationId="{683517AC-88EF-D88B-601B-2C14C16C040C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0" creationId="{48B1CA42-3DC2-E001-6EF1-AF0C28591EF9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1" creationId="{16FF281D-A8BD-D5BA-C437-31E2085B32D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2" creationId="{3E6C226E-4660-CBFF-D7AF-D5CA335D261E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3" creationId="{D91DF96F-0D96-607D-C771-13F9FA8FBF6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6" creationId="{A1400182-4DB4-9A3A-9A6E-2528C280E06D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7" creationId="{65C8A0F9-5CF2-3DF0-B048-1D4779C72C03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8" creationId="{D5929FD8-EA32-6662-A27B-83AE3B49317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9" creationId="{7A6E53D8-2974-3777-FF46-B4618FD65878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0" creationId="{5F025A39-B3B7-D9DC-0C20-796AFEC39D7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1" creationId="{4CAED8EB-CF82-344F-8E6F-D62305E839E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2" creationId="{B6B20E5E-BAA5-FDC4-6BC7-D3BFD3FB139E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3" creationId="{6125D2AD-E8CE-6286-FD7D-D67D947DEB67}"/>
          </ac:spMkLst>
        </pc:spChg>
        <pc:grpChg chg="add del mod">
          <ac:chgData name="Kristian Hennings" userId="c750005e-88d6-4112-85a2-8817d1a82a89" providerId="ADAL" clId="{AE8DBBD2-E51C-4F65-B024-D25F532E7882}" dt="2024-11-30T15:02:55.439" v="4" actId="478"/>
          <ac:grpSpMkLst>
            <pc:docMk/>
            <pc:sldMk cId="786876301" sldId="256"/>
            <ac:grpSpMk id="4" creationId="{00261F2C-ECA6-FF7E-3E02-37E2612876E7}"/>
          </ac:grpSpMkLst>
        </pc:grpChg>
        <pc:grpChg chg="add del mod">
          <ac:chgData name="Kristian Hennings" userId="c750005e-88d6-4112-85a2-8817d1a82a89" providerId="ADAL" clId="{AE8DBBD2-E51C-4F65-B024-D25F532E7882}" dt="2024-11-30T15:03:11.439" v="7" actId="478"/>
          <ac:grpSpMkLst>
            <pc:docMk/>
            <pc:sldMk cId="786876301" sldId="256"/>
            <ac:grpSpMk id="14" creationId="{DB8CB27C-E840-C338-459D-1D6AD9CDBC8C}"/>
          </ac:grpSpMkLst>
        </pc:grpChg>
        <pc:picChg chg="mod">
          <ac:chgData name="Kristian Hennings" userId="c750005e-88d6-4112-85a2-8817d1a82a89" providerId="ADAL" clId="{AE8DBBD2-E51C-4F65-B024-D25F532E7882}" dt="2024-11-30T15:02:52.460" v="2"/>
          <ac:picMkLst>
            <pc:docMk/>
            <pc:sldMk cId="786876301" sldId="256"/>
            <ac:picMk id="5" creationId="{4A2FDB25-387F-61ED-FB5F-DDA9AD1D115C}"/>
          </ac:picMkLst>
        </pc:picChg>
        <pc:picChg chg="mod">
          <ac:chgData name="Kristian Hennings" userId="c750005e-88d6-4112-85a2-8817d1a82a89" providerId="ADAL" clId="{AE8DBBD2-E51C-4F65-B024-D25F532E7882}" dt="2024-11-30T15:03:06.432" v="5"/>
          <ac:picMkLst>
            <pc:docMk/>
            <pc:sldMk cId="786876301" sldId="256"/>
            <ac:picMk id="15" creationId="{99956B02-D2EE-5928-617A-E02A2618E81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84" y="2356703"/>
            <a:ext cx="18360946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139" y="7563446"/>
            <a:ext cx="16200835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1059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4726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827" y="3590057"/>
            <a:ext cx="1863096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827" y="9636813"/>
            <a:ext cx="1863096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8422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077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5563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856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766681"/>
            <a:ext cx="18630960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892" y="3530053"/>
            <a:ext cx="913828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892" y="5260078"/>
            <a:ext cx="9138282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5564" y="3530053"/>
            <a:ext cx="9183287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5564" y="5260078"/>
            <a:ext cx="9183287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596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7961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38033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3287" y="2073367"/>
            <a:ext cx="10935563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252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3287" y="2073367"/>
            <a:ext cx="10935563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254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457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8298" y="766678"/>
            <a:ext cx="4657740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078" y="766678"/>
            <a:ext cx="13703206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422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077" y="766681"/>
            <a:ext cx="1863096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077" y="3833390"/>
            <a:ext cx="1863096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077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65E3F-0B9F-47C9-9E08-5C827E095B3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5369" y="13346867"/>
            <a:ext cx="729037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5786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6302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B7DE445-23D9-F183-6654-8E149B46758D}"/>
              </a:ext>
            </a:extLst>
          </p:cNvPr>
          <p:cNvGrpSpPr/>
          <p:nvPr/>
        </p:nvGrpSpPr>
        <p:grpSpPr>
          <a:xfrm>
            <a:off x="5933187" y="2964097"/>
            <a:ext cx="4267570" cy="2170364"/>
            <a:chOff x="5734615" y="321076"/>
            <a:chExt cx="4267570" cy="217036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8BDB262-F157-2075-26D9-BBDEF5DF1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34615" y="321076"/>
              <a:ext cx="4267570" cy="2170364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5B7B380-028B-639E-D991-1541E1647FD7}"/>
                </a:ext>
              </a:extLst>
            </p:cNvPr>
            <p:cNvSpPr/>
            <p:nvPr/>
          </p:nvSpPr>
          <p:spPr>
            <a:xfrm>
              <a:off x="6115403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9B2399F-FF4E-BA64-AF9F-ED6653EDDA0E}"/>
                </a:ext>
              </a:extLst>
            </p:cNvPr>
            <p:cNvSpPr/>
            <p:nvPr/>
          </p:nvSpPr>
          <p:spPr>
            <a:xfrm>
              <a:off x="6782223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160108-B5BC-1EA4-9D8B-6F2AB3EA50A8}"/>
                </a:ext>
              </a:extLst>
            </p:cNvPr>
            <p:cNvSpPr/>
            <p:nvPr/>
          </p:nvSpPr>
          <p:spPr>
            <a:xfrm>
              <a:off x="7239282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9CA97C7-8356-E7EB-2E61-039B5E2AF79D}"/>
                </a:ext>
              </a:extLst>
            </p:cNvPr>
            <p:cNvSpPr/>
            <p:nvPr/>
          </p:nvSpPr>
          <p:spPr>
            <a:xfrm>
              <a:off x="7825537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30530B-0454-550A-A4FD-D967E3EFB03B}"/>
                </a:ext>
              </a:extLst>
            </p:cNvPr>
            <p:cNvSpPr/>
            <p:nvPr/>
          </p:nvSpPr>
          <p:spPr>
            <a:xfrm>
              <a:off x="8287032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201B16B-17B8-92D0-CD0C-FED72BA9F3AC}"/>
                </a:ext>
              </a:extLst>
            </p:cNvPr>
            <p:cNvSpPr/>
            <p:nvPr/>
          </p:nvSpPr>
          <p:spPr>
            <a:xfrm>
              <a:off x="8810625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5819DF0-1630-0DB5-5BD2-C023C29C5550}"/>
                </a:ext>
              </a:extLst>
            </p:cNvPr>
            <p:cNvSpPr/>
            <p:nvPr/>
          </p:nvSpPr>
          <p:spPr>
            <a:xfrm>
              <a:off x="9201150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BE258AB-35A3-6941-DF74-B816DAEE5D65}"/>
                </a:ext>
              </a:extLst>
            </p:cNvPr>
            <p:cNvSpPr/>
            <p:nvPr/>
          </p:nvSpPr>
          <p:spPr>
            <a:xfrm>
              <a:off x="9658350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73ACCCD-866E-4836-7078-58E4338C6E27}"/>
              </a:ext>
            </a:extLst>
          </p:cNvPr>
          <p:cNvGrpSpPr/>
          <p:nvPr/>
        </p:nvGrpSpPr>
        <p:grpSpPr>
          <a:xfrm>
            <a:off x="10602125" y="3256730"/>
            <a:ext cx="4249280" cy="1877731"/>
            <a:chOff x="828110" y="623234"/>
            <a:chExt cx="4249280" cy="187773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18E5D45-108C-9C3E-AB1E-E486C6B14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8110" y="623234"/>
              <a:ext cx="4249280" cy="1877731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09746B0-C5DA-ED39-477C-3667250F4963}"/>
                </a:ext>
              </a:extLst>
            </p:cNvPr>
            <p:cNvSpPr/>
            <p:nvPr/>
          </p:nvSpPr>
          <p:spPr>
            <a:xfrm>
              <a:off x="1066800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541006D-5233-DAAA-A1CC-10B83D3872BF}"/>
                </a:ext>
              </a:extLst>
            </p:cNvPr>
            <p:cNvSpPr/>
            <p:nvPr/>
          </p:nvSpPr>
          <p:spPr>
            <a:xfrm>
              <a:off x="2019300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DA89C24-B235-B114-4AF2-4DA0FC093039}"/>
                </a:ext>
              </a:extLst>
            </p:cNvPr>
            <p:cNvSpPr/>
            <p:nvPr/>
          </p:nvSpPr>
          <p:spPr>
            <a:xfrm>
              <a:off x="2781300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A319E2F-7078-1860-896B-7B5D962A30DD}"/>
                </a:ext>
              </a:extLst>
            </p:cNvPr>
            <p:cNvSpPr/>
            <p:nvPr/>
          </p:nvSpPr>
          <p:spPr>
            <a:xfrm>
              <a:off x="3105432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188DF3-B833-B6AE-2A2C-E90F59A99858}"/>
                </a:ext>
              </a:extLst>
            </p:cNvPr>
            <p:cNvSpPr/>
            <p:nvPr/>
          </p:nvSpPr>
          <p:spPr>
            <a:xfrm>
              <a:off x="3490912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760B12-0A60-7995-7A01-1D74AA15C06D}"/>
                </a:ext>
              </a:extLst>
            </p:cNvPr>
            <p:cNvSpPr/>
            <p:nvPr/>
          </p:nvSpPr>
          <p:spPr>
            <a:xfrm>
              <a:off x="3803421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D48FCCA-F973-7CF7-4E63-5878CA15D965}"/>
                </a:ext>
              </a:extLst>
            </p:cNvPr>
            <p:cNvSpPr/>
            <p:nvPr/>
          </p:nvSpPr>
          <p:spPr>
            <a:xfrm>
              <a:off x="4258522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515DDD3-AA2D-73E1-62CF-58D73056D0B0}"/>
                </a:ext>
              </a:extLst>
            </p:cNvPr>
            <p:cNvSpPr/>
            <p:nvPr/>
          </p:nvSpPr>
          <p:spPr>
            <a:xfrm>
              <a:off x="4734489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D6D65EA-74F4-A358-B407-EA251D4AB6DE}"/>
              </a:ext>
            </a:extLst>
          </p:cNvPr>
          <p:cNvGrpSpPr/>
          <p:nvPr/>
        </p:nvGrpSpPr>
        <p:grpSpPr>
          <a:xfrm>
            <a:off x="14107187" y="5652699"/>
            <a:ext cx="2005758" cy="2036240"/>
            <a:chOff x="7358834" y="4181402"/>
            <a:chExt cx="2005758" cy="2036240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BFCA658-3803-B201-C66B-8A7BAE147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58834" y="4181402"/>
              <a:ext cx="2005758" cy="2036240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EB2F011-BD4A-C768-6BD0-6BD9C8235A04}"/>
                </a:ext>
              </a:extLst>
            </p:cNvPr>
            <p:cNvSpPr/>
            <p:nvPr/>
          </p:nvSpPr>
          <p:spPr>
            <a:xfrm>
              <a:off x="7622800" y="611389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589E498-C7CC-A569-5129-0857B13B4913}"/>
                </a:ext>
              </a:extLst>
            </p:cNvPr>
            <p:cNvSpPr/>
            <p:nvPr/>
          </p:nvSpPr>
          <p:spPr>
            <a:xfrm>
              <a:off x="8314089" y="611389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6E8E377-B8EF-B1A0-39B5-D8F3A48CDBDB}"/>
                </a:ext>
              </a:extLst>
            </p:cNvPr>
            <p:cNvSpPr/>
            <p:nvPr/>
          </p:nvSpPr>
          <p:spPr>
            <a:xfrm>
              <a:off x="8970370" y="611389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25734AFB-2438-CAED-3FF1-97B6D98ADA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19872" y="6102127"/>
            <a:ext cx="1146147" cy="112785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82133E6-2757-1422-A0DA-2629C68424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26526" y="7593795"/>
            <a:ext cx="1140051" cy="1133954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2F98320F-9601-802A-C723-189321AAD22E}"/>
              </a:ext>
            </a:extLst>
          </p:cNvPr>
          <p:cNvGrpSpPr/>
          <p:nvPr/>
        </p:nvGrpSpPr>
        <p:grpSpPr>
          <a:xfrm>
            <a:off x="14082411" y="8589059"/>
            <a:ext cx="1973370" cy="1732549"/>
            <a:chOff x="5364220" y="351033"/>
            <a:chExt cx="1973370" cy="1732549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1EA98612-84AD-69ED-907A-0B1B6F242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70434" y="1091938"/>
              <a:ext cx="1167455" cy="279258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A966153-0CC2-5658-3CCA-22EAD72CD8BF}"/>
                </a:ext>
              </a:extLst>
            </p:cNvPr>
            <p:cNvGrpSpPr/>
            <p:nvPr/>
          </p:nvGrpSpPr>
          <p:grpSpPr>
            <a:xfrm>
              <a:off x="5364220" y="351033"/>
              <a:ext cx="1973370" cy="1732549"/>
              <a:chOff x="5910261" y="504238"/>
              <a:chExt cx="1973370" cy="1732549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B89490C-D8A9-F6FE-1370-EAA1B567CF0D}"/>
                  </a:ext>
                </a:extLst>
              </p:cNvPr>
              <p:cNvSpPr txBox="1"/>
              <p:nvPr/>
            </p:nvSpPr>
            <p:spPr>
              <a:xfrm>
                <a:off x="5910261" y="504238"/>
                <a:ext cx="16670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400" dirty="0"/>
                  <a:t>LabBench DISPLAY</a:t>
                </a:r>
                <a:endParaRPr lang="en-DK" sz="1400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A29C1DD-25C4-AB46-6E7F-1E421507DEB9}"/>
                  </a:ext>
                </a:extLst>
              </p:cNvPr>
              <p:cNvSpPr/>
              <p:nvPr/>
            </p:nvSpPr>
            <p:spPr>
              <a:xfrm>
                <a:off x="5916775" y="504239"/>
                <a:ext cx="1966856" cy="173254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4152A00C-32FE-8959-FD88-0C49C4532C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535" t="13275" r="7301" b="13277"/>
              <a:stretch/>
            </p:blipFill>
            <p:spPr>
              <a:xfrm>
                <a:off x="6007171" y="798114"/>
                <a:ext cx="1786064" cy="1347788"/>
              </a:xfrm>
              <a:prstGeom prst="rect">
                <a:avLst/>
              </a:prstGeom>
            </p:spPr>
          </p:pic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0935F8E-6DC6-D758-05D7-96C571CE5E21}"/>
              </a:ext>
            </a:extLst>
          </p:cNvPr>
          <p:cNvGrpSpPr/>
          <p:nvPr/>
        </p:nvGrpSpPr>
        <p:grpSpPr>
          <a:xfrm>
            <a:off x="2690572" y="7461340"/>
            <a:ext cx="2749534" cy="1676545"/>
            <a:chOff x="469970" y="4181402"/>
            <a:chExt cx="2749534" cy="1676545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41182BF-1087-8068-4524-4E99C2175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9970" y="4181402"/>
              <a:ext cx="2749534" cy="1676545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BE9D2C3-9A26-86B6-09C1-D9B2AA98D1A5}"/>
                </a:ext>
              </a:extLst>
            </p:cNvPr>
            <p:cNvSpPr/>
            <p:nvPr/>
          </p:nvSpPr>
          <p:spPr>
            <a:xfrm>
              <a:off x="3123247" y="4323267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8790AD9-5829-38C7-72C4-61626F2E34ED}"/>
                </a:ext>
              </a:extLst>
            </p:cNvPr>
            <p:cNvSpPr/>
            <p:nvPr/>
          </p:nvSpPr>
          <p:spPr>
            <a:xfrm>
              <a:off x="3123247" y="4566511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D8F7520-FD06-2CDF-A0E3-68F9061CDD82}"/>
                </a:ext>
              </a:extLst>
            </p:cNvPr>
            <p:cNvSpPr/>
            <p:nvPr/>
          </p:nvSpPr>
          <p:spPr>
            <a:xfrm>
              <a:off x="3123247" y="4803626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8430C31-8EED-2C8F-4F33-33273CC5B3BC}"/>
                </a:ext>
              </a:extLst>
            </p:cNvPr>
            <p:cNvSpPr/>
            <p:nvPr/>
          </p:nvSpPr>
          <p:spPr>
            <a:xfrm>
              <a:off x="3123247" y="5018295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7277620-22CA-4607-BBCC-1EE625669472}"/>
                </a:ext>
              </a:extLst>
            </p:cNvPr>
            <p:cNvSpPr/>
            <p:nvPr/>
          </p:nvSpPr>
          <p:spPr>
            <a:xfrm>
              <a:off x="3123247" y="5508179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6FCAD1F3-70FD-814E-4B6A-723B9D0D5FDB}"/>
              </a:ext>
            </a:extLst>
          </p:cNvPr>
          <p:cNvCxnSpPr>
            <a:cxnSpLocks/>
            <a:stCxn id="41" idx="3"/>
            <a:endCxn id="33" idx="1"/>
          </p:cNvCxnSpPr>
          <p:nvPr/>
        </p:nvCxnSpPr>
        <p:spPr>
          <a:xfrm>
            <a:off x="5429574" y="8835742"/>
            <a:ext cx="8659351" cy="619592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2D954FC-F923-177C-0DD0-19A6B34109DD}"/>
              </a:ext>
            </a:extLst>
          </p:cNvPr>
          <p:cNvCxnSpPr>
            <a:cxnSpLocks/>
            <a:stCxn id="37" idx="3"/>
            <a:endCxn id="4" idx="2"/>
          </p:cNvCxnSpPr>
          <p:nvPr/>
        </p:nvCxnSpPr>
        <p:spPr>
          <a:xfrm flipV="1">
            <a:off x="5429574" y="5124935"/>
            <a:ext cx="927264" cy="2525895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179A11CD-6F83-63A5-28AA-80A0A6CE5179}"/>
              </a:ext>
            </a:extLst>
          </p:cNvPr>
          <p:cNvCxnSpPr>
            <a:cxnSpLocks/>
            <a:stCxn id="38" idx="3"/>
            <a:endCxn id="14" idx="2"/>
          </p:cNvCxnSpPr>
          <p:nvPr/>
        </p:nvCxnSpPr>
        <p:spPr>
          <a:xfrm flipV="1">
            <a:off x="5429574" y="5124936"/>
            <a:ext cx="5463629" cy="2769138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98817AD6-9792-5A0D-A589-A96CA26C1DEA}"/>
              </a:ext>
            </a:extLst>
          </p:cNvPr>
          <p:cNvCxnSpPr>
            <a:cxnSpLocks/>
            <a:stCxn id="9" idx="2"/>
            <a:endCxn id="28" idx="1"/>
          </p:cNvCxnSpPr>
          <p:nvPr/>
        </p:nvCxnSpPr>
        <p:spPr>
          <a:xfrm rot="16200000" flipH="1">
            <a:off x="11371375" y="2805620"/>
            <a:ext cx="3035837" cy="7674466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0028A66-829C-55BF-5310-4CB38F13256B}"/>
              </a:ext>
            </a:extLst>
          </p:cNvPr>
          <p:cNvCxnSpPr>
            <a:cxnSpLocks/>
            <a:stCxn id="23" idx="3"/>
            <a:endCxn id="27" idx="1"/>
          </p:cNvCxnSpPr>
          <p:nvPr/>
        </p:nvCxnSpPr>
        <p:spPr>
          <a:xfrm flipV="1">
            <a:off x="16112945" y="6666056"/>
            <a:ext cx="606927" cy="476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15768D84-FC9B-99A5-0A6F-E65E62CBC991}"/>
              </a:ext>
            </a:extLst>
          </p:cNvPr>
          <p:cNvCxnSpPr>
            <a:cxnSpLocks/>
            <a:stCxn id="18" idx="2"/>
            <a:endCxn id="24" idx="2"/>
          </p:cNvCxnSpPr>
          <p:nvPr/>
        </p:nvCxnSpPr>
        <p:spPr>
          <a:xfrm rot="16200000" flipH="1">
            <a:off x="12587913" y="5854337"/>
            <a:ext cx="2555505" cy="1096701"/>
          </a:xfrm>
          <a:prstGeom prst="bentConnector3">
            <a:avLst>
              <a:gd name="adj1" fmla="val 108945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5908E35-ECB3-A9CD-B1CE-0A93388F77D9}"/>
              </a:ext>
            </a:extLst>
          </p:cNvPr>
          <p:cNvGrpSpPr/>
          <p:nvPr/>
        </p:nvGrpSpPr>
        <p:grpSpPr>
          <a:xfrm>
            <a:off x="16177281" y="3170220"/>
            <a:ext cx="1688738" cy="1652159"/>
            <a:chOff x="7036583" y="2686048"/>
            <a:chExt cx="1688738" cy="1652159"/>
          </a:xfrm>
        </p:grpSpPr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835D09CD-CE77-1B7E-F8FE-51744E932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036583" y="2686048"/>
              <a:ext cx="1688738" cy="1652159"/>
            </a:xfrm>
            <a:prstGeom prst="rect">
              <a:avLst/>
            </a:prstGeom>
          </p:spPr>
        </p:pic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B1A4D7A-C017-E011-D8C0-A14761363D72}"/>
                </a:ext>
              </a:extLst>
            </p:cNvPr>
            <p:cNvSpPr/>
            <p:nvPr/>
          </p:nvSpPr>
          <p:spPr>
            <a:xfrm>
              <a:off x="7838089" y="4231817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FB5A697D-F72B-275D-3D13-34733A761FCD}"/>
              </a:ext>
            </a:extLst>
          </p:cNvPr>
          <p:cNvCxnSpPr>
            <a:cxnSpLocks/>
            <a:stCxn id="11" idx="2"/>
            <a:endCxn id="70" idx="2"/>
          </p:cNvCxnSpPr>
          <p:nvPr/>
        </p:nvCxnSpPr>
        <p:spPr>
          <a:xfrm rot="5400000" flipH="1" flipV="1">
            <a:off x="13303869" y="1407154"/>
            <a:ext cx="313696" cy="7121865"/>
          </a:xfrm>
          <a:prstGeom prst="bentConnector3">
            <a:avLst>
              <a:gd name="adj1" fmla="val -72873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876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fb7b4b-871d-4c24-9d42-16b14ecd044c" xsi:nil="true"/>
    <lcf76f155ced4ddcb4097134ff3c332f xmlns="51c7d8ad-74c8-4833-8478-0d0a5cafce0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996248A2D0E04D87B9DBB54D269DA4" ma:contentTypeVersion="18" ma:contentTypeDescription="Create a new document." ma:contentTypeScope="" ma:versionID="f22bde94a6705f7f7e236c14bc19f189">
  <xsd:schema xmlns:xsd="http://www.w3.org/2001/XMLSchema" xmlns:xs="http://www.w3.org/2001/XMLSchema" xmlns:p="http://schemas.microsoft.com/office/2006/metadata/properties" xmlns:ns2="51c7d8ad-74c8-4833-8478-0d0a5cafce0c" xmlns:ns3="6dfb7b4b-871d-4c24-9d42-16b14ecd044c" targetNamespace="http://schemas.microsoft.com/office/2006/metadata/properties" ma:root="true" ma:fieldsID="273248db29f554cba2c15e8dd349c138" ns2:_="" ns3:_="">
    <xsd:import namespace="51c7d8ad-74c8-4833-8478-0d0a5cafce0c"/>
    <xsd:import namespace="6dfb7b4b-871d-4c24-9d42-16b14ecd04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7d8ad-74c8-4833-8478-0d0a5cafce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ee60025-c679-4a62-8c04-7497c58c13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fb7b4b-871d-4c24-9d42-16b14ecd044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8eba7f03-0d99-448d-81e1-4bd1ef8a7665}" ma:internalName="TaxCatchAll" ma:showField="CatchAllData" ma:web="6dfb7b4b-871d-4c24-9d42-16b14ecd04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F670CE-B0AA-4D52-AFC6-AA4BF7D46EEA}">
  <ds:schemaRefs>
    <ds:schemaRef ds:uri="http://schemas.microsoft.com/office/2006/metadata/properties"/>
    <ds:schemaRef ds:uri="http://schemas.microsoft.com/office/infopath/2007/PartnerControls"/>
    <ds:schemaRef ds:uri="6dfb7b4b-871d-4c24-9d42-16b14ecd044c"/>
    <ds:schemaRef ds:uri="51c7d8ad-74c8-4833-8478-0d0a5cafce0c"/>
  </ds:schemaRefs>
</ds:datastoreItem>
</file>

<file path=customXml/itemProps2.xml><?xml version="1.0" encoding="utf-8"?>
<ds:datastoreItem xmlns:ds="http://schemas.openxmlformats.org/officeDocument/2006/customXml" ds:itemID="{EF875D47-8106-485E-98E0-D60C6A98DA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2A1115-3E72-42E2-A544-7EAA53D370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c7d8ad-74c8-4833-8478-0d0a5cafce0c"/>
    <ds:schemaRef ds:uri="6dfb7b4b-871d-4c24-9d42-16b14ecd04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2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5</cp:revision>
  <dcterms:created xsi:type="dcterms:W3CDTF">2024-11-30T15:01:51Z</dcterms:created>
  <dcterms:modified xsi:type="dcterms:W3CDTF">2026-05-05T11:05:46Z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0x0101005B996248A2D0E04D87B9DBB54D269DA4</vt:lpwstr>
  </property>
</Properties>
</file>