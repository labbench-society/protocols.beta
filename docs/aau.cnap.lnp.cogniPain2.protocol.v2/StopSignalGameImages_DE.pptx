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ABD243-D95F-8218-02DA-10028B75E71C}" name="Louise Ettrup Johansen" initials="LJ" userId="S::JV80AJ@student.aau.dk::cf182b81-61ce-43ca-a624-937ab2d4a7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595" autoAdjust="0"/>
  </p:normalViewPr>
  <p:slideViewPr>
    <p:cSldViewPr snapToGrid="0">
      <p:cViewPr varScale="1">
        <p:scale>
          <a:sx n="86" d="100"/>
          <a:sy n="86" d="100"/>
        </p:scale>
        <p:origin x="15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05C8-8E2E-43B7-A24E-734C11CAF91E}" type="datetimeFigureOut">
              <a:rPr lang="en-DK" smtClean="0"/>
              <a:t>26/06/2026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6FCD6-91F5-47FE-A090-45B8ABDB6EF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263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Right.png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4551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Left.png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26904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StopRight.png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95015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StopLeft.png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14380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Clear.png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7363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FixationCross.png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FCD6-91F5-47FE-A090-45B8ABDB6EF6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33263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Instructions.png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7A3-226D-44E8-84CB-03CFFB6589DC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574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81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1C714F-2CC0-963F-3AAD-D6DCE352C2C5}"/>
              </a:ext>
            </a:extLst>
          </p:cNvPr>
          <p:cNvSpPr/>
          <p:nvPr userDrawn="1"/>
        </p:nvSpPr>
        <p:spPr>
          <a:xfrm>
            <a:off x="11686032" y="0"/>
            <a:ext cx="505968" cy="4937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7079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315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1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8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A722210-63FD-96BA-3395-F8365DF1907F}"/>
              </a:ext>
            </a:extLst>
          </p:cNvPr>
          <p:cNvSpPr/>
          <p:nvPr/>
        </p:nvSpPr>
        <p:spPr>
          <a:xfrm>
            <a:off x="4564115" y="1941786"/>
            <a:ext cx="3063767" cy="297442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2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2DB62A2-3C3B-83E1-5222-1E4C9F5D5285}"/>
              </a:ext>
            </a:extLst>
          </p:cNvPr>
          <p:cNvSpPr/>
          <p:nvPr/>
        </p:nvSpPr>
        <p:spPr>
          <a:xfrm>
            <a:off x="4564115" y="1941786"/>
            <a:ext cx="3063767" cy="297442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5DD57C8-84A2-3C4D-9EE3-9FD239592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218386" y="2551386"/>
            <a:ext cx="1755228" cy="17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6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94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dd with solid fill">
            <a:extLst>
              <a:ext uri="{FF2B5EF4-FFF2-40B4-BE49-F238E27FC236}">
                <a16:creationId xmlns:a16="http://schemas.microsoft.com/office/drawing/2014/main" id="{EDBC842C-FED2-8C8F-52B0-5BF84A750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1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FAB60-B43B-D5DB-D98A-B88B8E577AFE}"/>
              </a:ext>
            </a:extLst>
          </p:cNvPr>
          <p:cNvSpPr txBox="1"/>
          <p:nvPr/>
        </p:nvSpPr>
        <p:spPr>
          <a:xfrm>
            <a:off x="537411" y="62237"/>
            <a:ext cx="11117179" cy="6795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 err="1"/>
              <a:t>Anweisungen</a:t>
            </a:r>
            <a:endParaRPr lang="en-GB" sz="4000" b="1" dirty="0"/>
          </a:p>
          <a:p>
            <a:pPr marL="514350" indent="-5143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Wir möchten, dass Sie ein Spiel spielen. Im Spiel gibt es START- und STOP-Tests. Hier sind die Spielregeln:</a:t>
            </a:r>
            <a:endParaRPr lang="en-GB" sz="3200" b="1" dirty="0"/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2700" b="1" dirty="0"/>
              <a:t>In den START-Tests sehen Sie einen Pfeil, der nach links oder rechts zeigt. ANTWORTEN Sie, indem Sie die linke oder rechte Taste auf Ihrer Tastatur drücken.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2700" b="1" dirty="0"/>
              <a:t>Bei den STOP-Tests sehen Sie einen Pfeil gefolgt von einem ROTEN KREIS. Bei diesen Tests dürfen Sie NICHT ANTWORTEN!</a:t>
            </a:r>
            <a:endParaRPr lang="en-GB" sz="2700" b="1" dirty="0"/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2700" b="1" dirty="0">
                <a:solidFill>
                  <a:srgbClr val="FFFF00"/>
                </a:solidFill>
              </a:rPr>
              <a:t>Ziel des Spiels ist es, so viele Punkte wie möglich zu erzielen.</a:t>
            </a:r>
            <a:r>
              <a:rPr lang="en-GB" sz="2700" b="1" dirty="0">
                <a:solidFill>
                  <a:srgbClr val="FFFF00"/>
                </a:solidFill>
              </a:rPr>
              <a:t> 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2700" dirty="0"/>
              <a:t>In den START-Tests erhalten Sie bei richtigen Antworten temporäre Punkte. Je schneller Sie antworten, desto mehr Punkte erhalten Sie.</a:t>
            </a:r>
            <a:r>
              <a:rPr lang="en-GB" sz="2700" dirty="0"/>
              <a:t> 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DE" sz="2700" dirty="0"/>
              <a:t>Bei den STOP-Tests gewinnen Sie die temporären Punkte aus den START-Tests, wenn Sie NICHT antworten. Wenn Sie jedoch antworten, verlieren Sie die temporären Punkte und erhalten SCHMERZEN.</a:t>
            </a:r>
            <a:endParaRPr lang="en-GB" sz="2700" b="1" dirty="0"/>
          </a:p>
        </p:txBody>
      </p:sp>
    </p:spTree>
    <p:extLst>
      <p:ext uri="{BB962C8B-B14F-4D97-AF65-F5344CB8AC3E}">
        <p14:creationId xmlns:p14="http://schemas.microsoft.com/office/powerpoint/2010/main" val="3297780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111E1D2F28E694FA6F6018BE123CF69" ma:contentTypeVersion="5" ma:contentTypeDescription="Opret et nyt dokument." ma:contentTypeScope="" ma:versionID="0331c788d7058e32d99f25e3c64f0e56">
  <xsd:schema xmlns:xsd="http://www.w3.org/2001/XMLSchema" xmlns:xs="http://www.w3.org/2001/XMLSchema" xmlns:p="http://schemas.microsoft.com/office/2006/metadata/properties" xmlns:ns3="fa548a4a-c958-4850-ad60-93e8f312a721" targetNamespace="http://schemas.microsoft.com/office/2006/metadata/properties" ma:root="true" ma:fieldsID="518732303fd9a96679d4ae96f6574fc2" ns3:_="">
    <xsd:import namespace="fa548a4a-c958-4850-ad60-93e8f312a72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548a4a-c958-4850-ad60-93e8f312a7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a548a4a-c958-4850-ad60-93e8f312a721" xsi:nil="true"/>
  </documentManagement>
</p:properties>
</file>

<file path=customXml/itemProps1.xml><?xml version="1.0" encoding="utf-8"?>
<ds:datastoreItem xmlns:ds="http://schemas.openxmlformats.org/officeDocument/2006/customXml" ds:itemID="{39526271-9B88-4449-88E5-9521F8B5EC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761C6E-00EE-417B-A569-5A811CD20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548a4a-c958-4850-ad60-93e8f312a7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0440A7-2C58-43E7-9CDB-A63F91881EF7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fa548a4a-c958-4850-ad60-93e8f312a721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5dbba49-ce06-496f-ac3e-0cf14361d934}" enabled="0" method="" siteId="{f5dbba49-ce06-496f-ac3e-0cf14361d93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169</Words>
  <Application>Microsoft Office PowerPoint</Application>
  <PresentationFormat>Widescreen</PresentationFormat>
  <Paragraphs>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Kristian Hennings</dc:creator>
  <cp:lastModifiedBy>Kristian Hennings</cp:lastModifiedBy>
  <cp:revision>67</cp:revision>
  <dcterms:created xsi:type="dcterms:W3CDTF">2023-12-12T08:37:02Z</dcterms:created>
  <dcterms:modified xsi:type="dcterms:W3CDTF">2026-06-26T10:01:31Z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0x0101000111E1D2F28E694FA6F6018BE123CF69</vt:lpwstr>
  </property>
</Properties>
</file>