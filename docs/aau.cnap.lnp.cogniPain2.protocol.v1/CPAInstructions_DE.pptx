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641" autoAdjust="0"/>
  </p:normalViewPr>
  <p:slideViewPr>
    <p:cSldViewPr snapToGrid="0">
      <p:cViewPr varScale="1">
        <p:scale>
          <a:sx n="82" d="100"/>
          <a:sy n="82" d="100"/>
        </p:scale>
        <p:origin x="16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97641E-1FEC-4D17-ABE5-FD3DD377A8DB}" type="datetimeFigureOut">
              <a:rPr lang="en-DK" smtClean="0"/>
              <a:t>26/06/2026</a:t>
            </a:fld>
            <a:endParaRPr lang="en-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C487C0-0654-45DF-9D5A-54C128884D5E}" type="slidenum">
              <a:rPr lang="en-DK" smtClean="0"/>
              <a:t>‹#›</a:t>
            </a:fld>
            <a:endParaRPr lang="en-DK"/>
          </a:p>
        </p:txBody>
      </p:sp>
    </p:spTree>
    <p:extLst>
      <p:ext uri="{BB962C8B-B14F-4D97-AF65-F5344CB8AC3E}">
        <p14:creationId xmlns:p14="http://schemas.microsoft.com/office/powerpoint/2010/main" val="1709944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solidFill>
                  <a:srgbClr val="CE9178"/>
                </a:solidFill>
                <a:effectLst/>
                <a:latin typeface="Fira Code" pitchFamily="1" charset="0"/>
              </a:rPr>
              <a:t>SR01.png</a:t>
            </a:r>
            <a:endParaRPr lang="en-GB" b="0" dirty="0">
              <a:solidFill>
                <a:srgbClr val="D4D4D4"/>
              </a:solidFill>
              <a:effectLst/>
              <a:latin typeface="Fira Code" pitchFamily="1" charset="0"/>
            </a:endParaRPr>
          </a:p>
          <a:p>
            <a:endParaRPr lang="en-DK" dirty="0"/>
          </a:p>
        </p:txBody>
      </p:sp>
      <p:sp>
        <p:nvSpPr>
          <p:cNvPr id="4" name="Slide Number Placeholder 3"/>
          <p:cNvSpPr>
            <a:spLocks noGrp="1"/>
          </p:cNvSpPr>
          <p:nvPr>
            <p:ph type="sldNum" sz="quarter" idx="5"/>
          </p:nvPr>
        </p:nvSpPr>
        <p:spPr/>
        <p:txBody>
          <a:bodyPr/>
          <a:lstStyle/>
          <a:p>
            <a:fld id="{BAC487C0-0654-45DF-9D5A-54C128884D5E}" type="slidenum">
              <a:rPr lang="en-DK" smtClean="0"/>
              <a:t>1</a:t>
            </a:fld>
            <a:endParaRPr lang="en-DK"/>
          </a:p>
        </p:txBody>
      </p:sp>
    </p:spTree>
    <p:extLst>
      <p:ext uri="{BB962C8B-B14F-4D97-AF65-F5344CB8AC3E}">
        <p14:creationId xmlns:p14="http://schemas.microsoft.com/office/powerpoint/2010/main" val="4172940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5DEBB-293C-CF52-78F4-B91AE6BC48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A4D335-09F8-7B4F-C2E1-63B2335C75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1B259F-C1BC-5AD7-B8EC-AE679A3EAF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solidFill>
                  <a:srgbClr val="CE9178"/>
                </a:solidFill>
                <a:effectLst/>
                <a:latin typeface="Fira Code" pitchFamily="1" charset="0"/>
              </a:rPr>
              <a:t>SR02.png</a:t>
            </a:r>
            <a:endParaRPr lang="en-GB" b="0" dirty="0">
              <a:solidFill>
                <a:srgbClr val="D4D4D4"/>
              </a:solidFill>
              <a:effectLst/>
              <a:latin typeface="Fira Code" pitchFamily="1" charset="0"/>
            </a:endParaRPr>
          </a:p>
          <a:p>
            <a:endParaRPr lang="en-DK" dirty="0"/>
          </a:p>
        </p:txBody>
      </p:sp>
      <p:sp>
        <p:nvSpPr>
          <p:cNvPr id="4" name="Slide Number Placeholder 3">
            <a:extLst>
              <a:ext uri="{FF2B5EF4-FFF2-40B4-BE49-F238E27FC236}">
                <a16:creationId xmlns:a16="http://schemas.microsoft.com/office/drawing/2014/main" id="{0C06CB64-BE9B-0D0A-7D9C-34F22A990AC8}"/>
              </a:ext>
            </a:extLst>
          </p:cNvPr>
          <p:cNvSpPr>
            <a:spLocks noGrp="1"/>
          </p:cNvSpPr>
          <p:nvPr>
            <p:ph type="sldNum" sz="quarter" idx="5"/>
          </p:nvPr>
        </p:nvSpPr>
        <p:spPr/>
        <p:txBody>
          <a:bodyPr/>
          <a:lstStyle/>
          <a:p>
            <a:fld id="{BAC487C0-0654-45DF-9D5A-54C128884D5E}" type="slidenum">
              <a:rPr lang="en-DK" smtClean="0"/>
              <a:t>2</a:t>
            </a:fld>
            <a:endParaRPr lang="en-DK"/>
          </a:p>
        </p:txBody>
      </p:sp>
    </p:spTree>
    <p:extLst>
      <p:ext uri="{BB962C8B-B14F-4D97-AF65-F5344CB8AC3E}">
        <p14:creationId xmlns:p14="http://schemas.microsoft.com/office/powerpoint/2010/main" val="33872071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39498-C6AB-6265-AA71-B61B54B565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C9B46D-E2CD-465A-AE8C-DAC8846528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E8764E-917B-96CF-24EE-FC86A25FF91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solidFill>
                  <a:srgbClr val="CE9178"/>
                </a:solidFill>
                <a:effectLst/>
                <a:latin typeface="Fira Code" pitchFamily="1" charset="0"/>
              </a:rPr>
              <a:t>TS.png</a:t>
            </a:r>
            <a:endParaRPr lang="en-GB" b="0" dirty="0">
              <a:solidFill>
                <a:srgbClr val="D4D4D4"/>
              </a:solidFill>
              <a:effectLst/>
              <a:latin typeface="Fira Code" pitchFamily="1" charset="0"/>
            </a:endParaRPr>
          </a:p>
          <a:p>
            <a:endParaRPr lang="en-DK" dirty="0"/>
          </a:p>
        </p:txBody>
      </p:sp>
      <p:sp>
        <p:nvSpPr>
          <p:cNvPr id="4" name="Slide Number Placeholder 3">
            <a:extLst>
              <a:ext uri="{FF2B5EF4-FFF2-40B4-BE49-F238E27FC236}">
                <a16:creationId xmlns:a16="http://schemas.microsoft.com/office/drawing/2014/main" id="{190B124B-FB17-6E9A-FC5D-0B30965CBA1A}"/>
              </a:ext>
            </a:extLst>
          </p:cNvPr>
          <p:cNvSpPr>
            <a:spLocks noGrp="1"/>
          </p:cNvSpPr>
          <p:nvPr>
            <p:ph type="sldNum" sz="quarter" idx="5"/>
          </p:nvPr>
        </p:nvSpPr>
        <p:spPr/>
        <p:txBody>
          <a:bodyPr/>
          <a:lstStyle/>
          <a:p>
            <a:fld id="{BAC487C0-0654-45DF-9D5A-54C128884D5E}" type="slidenum">
              <a:rPr lang="en-DK" smtClean="0"/>
              <a:t>3</a:t>
            </a:fld>
            <a:endParaRPr lang="en-DK"/>
          </a:p>
        </p:txBody>
      </p:sp>
    </p:spTree>
    <p:extLst>
      <p:ext uri="{BB962C8B-B14F-4D97-AF65-F5344CB8AC3E}">
        <p14:creationId xmlns:p14="http://schemas.microsoft.com/office/powerpoint/2010/main" val="4267159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4F20B-94D6-2393-2023-61AD6DC59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CE668-8FD8-7507-23CA-2DE783BB1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C09026-1105-AEA9-6015-092FF97A57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solidFill>
                  <a:srgbClr val="CE9178"/>
                </a:solidFill>
                <a:effectLst/>
                <a:latin typeface="Fira Code" pitchFamily="1" charset="0"/>
              </a:rPr>
              <a:t>CPM.png</a:t>
            </a:r>
            <a:endParaRPr lang="en-GB" b="0" dirty="0">
              <a:solidFill>
                <a:srgbClr val="D4D4D4"/>
              </a:solidFill>
              <a:effectLst/>
              <a:latin typeface="Fira Code" pitchFamily="1" charset="0"/>
            </a:endParaRPr>
          </a:p>
          <a:p>
            <a:endParaRPr lang="en-DK" dirty="0"/>
          </a:p>
        </p:txBody>
      </p:sp>
      <p:sp>
        <p:nvSpPr>
          <p:cNvPr id="4" name="Slide Number Placeholder 3">
            <a:extLst>
              <a:ext uri="{FF2B5EF4-FFF2-40B4-BE49-F238E27FC236}">
                <a16:creationId xmlns:a16="http://schemas.microsoft.com/office/drawing/2014/main" id="{2ECFF1CD-C7B7-855A-CE00-9A3F87EB10B5}"/>
              </a:ext>
            </a:extLst>
          </p:cNvPr>
          <p:cNvSpPr>
            <a:spLocks noGrp="1"/>
          </p:cNvSpPr>
          <p:nvPr>
            <p:ph type="sldNum" sz="quarter" idx="5"/>
          </p:nvPr>
        </p:nvSpPr>
        <p:spPr/>
        <p:txBody>
          <a:bodyPr/>
          <a:lstStyle/>
          <a:p>
            <a:fld id="{BAC487C0-0654-45DF-9D5A-54C128884D5E}" type="slidenum">
              <a:rPr lang="en-DK" smtClean="0"/>
              <a:t>4</a:t>
            </a:fld>
            <a:endParaRPr lang="en-DK"/>
          </a:p>
        </p:txBody>
      </p:sp>
    </p:spTree>
    <p:extLst>
      <p:ext uri="{BB962C8B-B14F-4D97-AF65-F5344CB8AC3E}">
        <p14:creationId xmlns:p14="http://schemas.microsoft.com/office/powerpoint/2010/main" val="1798943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DC33B-DA2F-8AB1-1080-1CB936C2BB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K"/>
          </a:p>
        </p:txBody>
      </p:sp>
      <p:sp>
        <p:nvSpPr>
          <p:cNvPr id="3" name="Subtitle 2">
            <a:extLst>
              <a:ext uri="{FF2B5EF4-FFF2-40B4-BE49-F238E27FC236}">
                <a16:creationId xmlns:a16="http://schemas.microsoft.com/office/drawing/2014/main" id="{096056AF-7242-C510-15C4-25FF216299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K"/>
          </a:p>
        </p:txBody>
      </p:sp>
      <p:sp>
        <p:nvSpPr>
          <p:cNvPr id="4" name="Date Placeholder 3">
            <a:extLst>
              <a:ext uri="{FF2B5EF4-FFF2-40B4-BE49-F238E27FC236}">
                <a16:creationId xmlns:a16="http://schemas.microsoft.com/office/drawing/2014/main" id="{359599A3-434D-22D3-3CC0-2314A20C94CE}"/>
              </a:ext>
            </a:extLst>
          </p:cNvPr>
          <p:cNvSpPr>
            <a:spLocks noGrp="1"/>
          </p:cNvSpPr>
          <p:nvPr>
            <p:ph type="dt" sz="half" idx="10"/>
          </p:nvPr>
        </p:nvSpPr>
        <p:spPr/>
        <p:txBody>
          <a:bodyPr/>
          <a:lstStyle/>
          <a:p>
            <a:fld id="{FD945BFA-2589-44DD-9174-8BD10EC1EAAD}" type="datetimeFigureOut">
              <a:rPr lang="en-DK" smtClean="0"/>
              <a:t>26/06/2026</a:t>
            </a:fld>
            <a:endParaRPr lang="en-DK"/>
          </a:p>
        </p:txBody>
      </p:sp>
      <p:sp>
        <p:nvSpPr>
          <p:cNvPr id="5" name="Footer Placeholder 4">
            <a:extLst>
              <a:ext uri="{FF2B5EF4-FFF2-40B4-BE49-F238E27FC236}">
                <a16:creationId xmlns:a16="http://schemas.microsoft.com/office/drawing/2014/main" id="{364ECDB7-781B-A499-20EC-D8C3CB550812}"/>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913E6BE1-3A5A-9309-8EED-118AD7E4085A}"/>
              </a:ext>
            </a:extLst>
          </p:cNvPr>
          <p:cNvSpPr>
            <a:spLocks noGrp="1"/>
          </p:cNvSpPr>
          <p:nvPr>
            <p:ph type="sldNum" sz="quarter" idx="12"/>
          </p:nvPr>
        </p:nvSpPr>
        <p:spPr/>
        <p:txBody>
          <a:bodyPr/>
          <a:lstStyle/>
          <a:p>
            <a:fld id="{B20D6917-A216-4A81-9596-2D657B0DF3D0}" type="slidenum">
              <a:rPr lang="en-DK" smtClean="0"/>
              <a:t>‹#›</a:t>
            </a:fld>
            <a:endParaRPr lang="en-DK"/>
          </a:p>
        </p:txBody>
      </p:sp>
    </p:spTree>
    <p:extLst>
      <p:ext uri="{BB962C8B-B14F-4D97-AF65-F5344CB8AC3E}">
        <p14:creationId xmlns:p14="http://schemas.microsoft.com/office/powerpoint/2010/main" val="3229937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6B384-14AD-921F-ADEF-84C0DC358AD6}"/>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C3050AD9-C649-5DEF-8E54-8D776687CF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44DAE7E1-8C0D-C6D7-1027-B001C981B590}"/>
              </a:ext>
            </a:extLst>
          </p:cNvPr>
          <p:cNvSpPr>
            <a:spLocks noGrp="1"/>
          </p:cNvSpPr>
          <p:nvPr>
            <p:ph type="dt" sz="half" idx="10"/>
          </p:nvPr>
        </p:nvSpPr>
        <p:spPr/>
        <p:txBody>
          <a:bodyPr/>
          <a:lstStyle/>
          <a:p>
            <a:fld id="{FD945BFA-2589-44DD-9174-8BD10EC1EAAD}" type="datetimeFigureOut">
              <a:rPr lang="en-DK" smtClean="0"/>
              <a:t>26/06/2026</a:t>
            </a:fld>
            <a:endParaRPr lang="en-DK"/>
          </a:p>
        </p:txBody>
      </p:sp>
      <p:sp>
        <p:nvSpPr>
          <p:cNvPr id="5" name="Footer Placeholder 4">
            <a:extLst>
              <a:ext uri="{FF2B5EF4-FFF2-40B4-BE49-F238E27FC236}">
                <a16:creationId xmlns:a16="http://schemas.microsoft.com/office/drawing/2014/main" id="{10E40ADC-856A-FB1D-B5BD-247C256E6302}"/>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17D4F8EE-1405-44FB-F28C-D9F0EE65C611}"/>
              </a:ext>
            </a:extLst>
          </p:cNvPr>
          <p:cNvSpPr>
            <a:spLocks noGrp="1"/>
          </p:cNvSpPr>
          <p:nvPr>
            <p:ph type="sldNum" sz="quarter" idx="12"/>
          </p:nvPr>
        </p:nvSpPr>
        <p:spPr/>
        <p:txBody>
          <a:bodyPr/>
          <a:lstStyle/>
          <a:p>
            <a:fld id="{B20D6917-A216-4A81-9596-2D657B0DF3D0}" type="slidenum">
              <a:rPr lang="en-DK" smtClean="0"/>
              <a:t>‹#›</a:t>
            </a:fld>
            <a:endParaRPr lang="en-DK"/>
          </a:p>
        </p:txBody>
      </p:sp>
    </p:spTree>
    <p:extLst>
      <p:ext uri="{BB962C8B-B14F-4D97-AF65-F5344CB8AC3E}">
        <p14:creationId xmlns:p14="http://schemas.microsoft.com/office/powerpoint/2010/main" val="3513049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368AB-7B33-354A-F63A-5FF6DE7E71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K"/>
          </a:p>
        </p:txBody>
      </p:sp>
      <p:sp>
        <p:nvSpPr>
          <p:cNvPr id="3" name="Text Placeholder 2">
            <a:extLst>
              <a:ext uri="{FF2B5EF4-FFF2-40B4-BE49-F238E27FC236}">
                <a16:creationId xmlns:a16="http://schemas.microsoft.com/office/drawing/2014/main" id="{99186FA5-5CEC-2DC5-CF40-94A95390F9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56B031-16E9-9819-3DF3-9E6EBCD07C28}"/>
              </a:ext>
            </a:extLst>
          </p:cNvPr>
          <p:cNvSpPr>
            <a:spLocks noGrp="1"/>
          </p:cNvSpPr>
          <p:nvPr>
            <p:ph type="dt" sz="half" idx="10"/>
          </p:nvPr>
        </p:nvSpPr>
        <p:spPr/>
        <p:txBody>
          <a:bodyPr/>
          <a:lstStyle/>
          <a:p>
            <a:fld id="{FD945BFA-2589-44DD-9174-8BD10EC1EAAD}" type="datetimeFigureOut">
              <a:rPr lang="en-DK" smtClean="0"/>
              <a:t>26/06/2026</a:t>
            </a:fld>
            <a:endParaRPr lang="en-DK"/>
          </a:p>
        </p:txBody>
      </p:sp>
      <p:sp>
        <p:nvSpPr>
          <p:cNvPr id="5" name="Footer Placeholder 4">
            <a:extLst>
              <a:ext uri="{FF2B5EF4-FFF2-40B4-BE49-F238E27FC236}">
                <a16:creationId xmlns:a16="http://schemas.microsoft.com/office/drawing/2014/main" id="{51E6FF86-A97E-52D1-BE62-4ECE299546A6}"/>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55189BA1-7DD9-9B9F-4F1A-CEB53586F513}"/>
              </a:ext>
            </a:extLst>
          </p:cNvPr>
          <p:cNvSpPr>
            <a:spLocks noGrp="1"/>
          </p:cNvSpPr>
          <p:nvPr>
            <p:ph type="sldNum" sz="quarter" idx="12"/>
          </p:nvPr>
        </p:nvSpPr>
        <p:spPr/>
        <p:txBody>
          <a:bodyPr/>
          <a:lstStyle/>
          <a:p>
            <a:fld id="{B20D6917-A216-4A81-9596-2D657B0DF3D0}" type="slidenum">
              <a:rPr lang="en-DK" smtClean="0"/>
              <a:t>‹#›</a:t>
            </a:fld>
            <a:endParaRPr lang="en-DK"/>
          </a:p>
        </p:txBody>
      </p:sp>
    </p:spTree>
    <p:extLst>
      <p:ext uri="{BB962C8B-B14F-4D97-AF65-F5344CB8AC3E}">
        <p14:creationId xmlns:p14="http://schemas.microsoft.com/office/powerpoint/2010/main" val="3383585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DD661-0AF4-8980-C27A-944F253DF981}"/>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F3D36291-E057-C775-9E62-FD49AAD421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Content Placeholder 3">
            <a:extLst>
              <a:ext uri="{FF2B5EF4-FFF2-40B4-BE49-F238E27FC236}">
                <a16:creationId xmlns:a16="http://schemas.microsoft.com/office/drawing/2014/main" id="{E69DD211-4075-052F-84B4-ECA17ED4AE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Date Placeholder 4">
            <a:extLst>
              <a:ext uri="{FF2B5EF4-FFF2-40B4-BE49-F238E27FC236}">
                <a16:creationId xmlns:a16="http://schemas.microsoft.com/office/drawing/2014/main" id="{7E0E4527-EFD2-E9F9-556C-58F6C00D9362}"/>
              </a:ext>
            </a:extLst>
          </p:cNvPr>
          <p:cNvSpPr>
            <a:spLocks noGrp="1"/>
          </p:cNvSpPr>
          <p:nvPr>
            <p:ph type="dt" sz="half" idx="10"/>
          </p:nvPr>
        </p:nvSpPr>
        <p:spPr/>
        <p:txBody>
          <a:bodyPr/>
          <a:lstStyle/>
          <a:p>
            <a:fld id="{FD945BFA-2589-44DD-9174-8BD10EC1EAAD}" type="datetimeFigureOut">
              <a:rPr lang="en-DK" smtClean="0"/>
              <a:t>26/06/2026</a:t>
            </a:fld>
            <a:endParaRPr lang="en-DK"/>
          </a:p>
        </p:txBody>
      </p:sp>
      <p:sp>
        <p:nvSpPr>
          <p:cNvPr id="6" name="Footer Placeholder 5">
            <a:extLst>
              <a:ext uri="{FF2B5EF4-FFF2-40B4-BE49-F238E27FC236}">
                <a16:creationId xmlns:a16="http://schemas.microsoft.com/office/drawing/2014/main" id="{3DB085DE-78F7-79BA-51E3-448633805A30}"/>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41D8F3EB-BF65-BC5E-BE25-7617D7263301}"/>
              </a:ext>
            </a:extLst>
          </p:cNvPr>
          <p:cNvSpPr>
            <a:spLocks noGrp="1"/>
          </p:cNvSpPr>
          <p:nvPr>
            <p:ph type="sldNum" sz="quarter" idx="12"/>
          </p:nvPr>
        </p:nvSpPr>
        <p:spPr/>
        <p:txBody>
          <a:bodyPr/>
          <a:lstStyle/>
          <a:p>
            <a:fld id="{B20D6917-A216-4A81-9596-2D657B0DF3D0}" type="slidenum">
              <a:rPr lang="en-DK" smtClean="0"/>
              <a:t>‹#›</a:t>
            </a:fld>
            <a:endParaRPr lang="en-DK"/>
          </a:p>
        </p:txBody>
      </p:sp>
    </p:spTree>
    <p:extLst>
      <p:ext uri="{BB962C8B-B14F-4D97-AF65-F5344CB8AC3E}">
        <p14:creationId xmlns:p14="http://schemas.microsoft.com/office/powerpoint/2010/main" val="3140953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49FFE-C168-4D2B-216F-4B245BD6B52F}"/>
              </a:ext>
            </a:extLst>
          </p:cNvPr>
          <p:cNvSpPr>
            <a:spLocks noGrp="1"/>
          </p:cNvSpPr>
          <p:nvPr>
            <p:ph type="title"/>
          </p:nvPr>
        </p:nvSpPr>
        <p:spPr>
          <a:xfrm>
            <a:off x="839788" y="365125"/>
            <a:ext cx="10515600" cy="1325563"/>
          </a:xfrm>
        </p:spPr>
        <p:txBody>
          <a:bodyPr/>
          <a:lstStyle/>
          <a:p>
            <a:r>
              <a:rPr lang="en-US"/>
              <a:t>Click to edit Master title style</a:t>
            </a:r>
            <a:endParaRPr lang="en-DK"/>
          </a:p>
        </p:txBody>
      </p:sp>
      <p:sp>
        <p:nvSpPr>
          <p:cNvPr id="3" name="Text Placeholder 2">
            <a:extLst>
              <a:ext uri="{FF2B5EF4-FFF2-40B4-BE49-F238E27FC236}">
                <a16:creationId xmlns:a16="http://schemas.microsoft.com/office/drawing/2014/main" id="{EBDC2A69-356D-D241-8B4A-0E71EF78A3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06307B-99F1-3FAC-BE89-E38BEBF258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Text Placeholder 4">
            <a:extLst>
              <a:ext uri="{FF2B5EF4-FFF2-40B4-BE49-F238E27FC236}">
                <a16:creationId xmlns:a16="http://schemas.microsoft.com/office/drawing/2014/main" id="{D29C126A-29EA-9B19-013F-AF84B521A6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B1D956-37CA-0017-BDA8-D49E170B3E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7" name="Date Placeholder 6">
            <a:extLst>
              <a:ext uri="{FF2B5EF4-FFF2-40B4-BE49-F238E27FC236}">
                <a16:creationId xmlns:a16="http://schemas.microsoft.com/office/drawing/2014/main" id="{1CCC68A5-34E5-0FBA-B81C-B97DDD1576A2}"/>
              </a:ext>
            </a:extLst>
          </p:cNvPr>
          <p:cNvSpPr>
            <a:spLocks noGrp="1"/>
          </p:cNvSpPr>
          <p:nvPr>
            <p:ph type="dt" sz="half" idx="10"/>
          </p:nvPr>
        </p:nvSpPr>
        <p:spPr/>
        <p:txBody>
          <a:bodyPr/>
          <a:lstStyle/>
          <a:p>
            <a:fld id="{FD945BFA-2589-44DD-9174-8BD10EC1EAAD}" type="datetimeFigureOut">
              <a:rPr lang="en-DK" smtClean="0"/>
              <a:t>26/06/2026</a:t>
            </a:fld>
            <a:endParaRPr lang="en-DK"/>
          </a:p>
        </p:txBody>
      </p:sp>
      <p:sp>
        <p:nvSpPr>
          <p:cNvPr id="8" name="Footer Placeholder 7">
            <a:extLst>
              <a:ext uri="{FF2B5EF4-FFF2-40B4-BE49-F238E27FC236}">
                <a16:creationId xmlns:a16="http://schemas.microsoft.com/office/drawing/2014/main" id="{AED1DB27-DCB2-89F4-4F25-186FE0999B61}"/>
              </a:ext>
            </a:extLst>
          </p:cNvPr>
          <p:cNvSpPr>
            <a:spLocks noGrp="1"/>
          </p:cNvSpPr>
          <p:nvPr>
            <p:ph type="ftr" sz="quarter" idx="11"/>
          </p:nvPr>
        </p:nvSpPr>
        <p:spPr/>
        <p:txBody>
          <a:bodyPr/>
          <a:lstStyle/>
          <a:p>
            <a:endParaRPr lang="en-DK"/>
          </a:p>
        </p:txBody>
      </p:sp>
      <p:sp>
        <p:nvSpPr>
          <p:cNvPr id="9" name="Slide Number Placeholder 8">
            <a:extLst>
              <a:ext uri="{FF2B5EF4-FFF2-40B4-BE49-F238E27FC236}">
                <a16:creationId xmlns:a16="http://schemas.microsoft.com/office/drawing/2014/main" id="{1CCC389B-78FD-C6FE-8626-0BB25E8B5DDE}"/>
              </a:ext>
            </a:extLst>
          </p:cNvPr>
          <p:cNvSpPr>
            <a:spLocks noGrp="1"/>
          </p:cNvSpPr>
          <p:nvPr>
            <p:ph type="sldNum" sz="quarter" idx="12"/>
          </p:nvPr>
        </p:nvSpPr>
        <p:spPr/>
        <p:txBody>
          <a:bodyPr/>
          <a:lstStyle/>
          <a:p>
            <a:fld id="{B20D6917-A216-4A81-9596-2D657B0DF3D0}" type="slidenum">
              <a:rPr lang="en-DK" smtClean="0"/>
              <a:t>‹#›</a:t>
            </a:fld>
            <a:endParaRPr lang="en-DK"/>
          </a:p>
        </p:txBody>
      </p:sp>
    </p:spTree>
    <p:extLst>
      <p:ext uri="{BB962C8B-B14F-4D97-AF65-F5344CB8AC3E}">
        <p14:creationId xmlns:p14="http://schemas.microsoft.com/office/powerpoint/2010/main" val="2337904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1FCBE-8EF6-6DD9-4186-BE30C8126CB3}"/>
              </a:ext>
            </a:extLst>
          </p:cNvPr>
          <p:cNvSpPr>
            <a:spLocks noGrp="1"/>
          </p:cNvSpPr>
          <p:nvPr>
            <p:ph type="title"/>
          </p:nvPr>
        </p:nvSpPr>
        <p:spPr/>
        <p:txBody>
          <a:bodyPr/>
          <a:lstStyle/>
          <a:p>
            <a:r>
              <a:rPr lang="en-US"/>
              <a:t>Click to edit Master title style</a:t>
            </a:r>
            <a:endParaRPr lang="en-DK"/>
          </a:p>
        </p:txBody>
      </p:sp>
      <p:sp>
        <p:nvSpPr>
          <p:cNvPr id="3" name="Date Placeholder 2">
            <a:extLst>
              <a:ext uri="{FF2B5EF4-FFF2-40B4-BE49-F238E27FC236}">
                <a16:creationId xmlns:a16="http://schemas.microsoft.com/office/drawing/2014/main" id="{287201EC-F527-09B1-A30D-B971E0949D74}"/>
              </a:ext>
            </a:extLst>
          </p:cNvPr>
          <p:cNvSpPr>
            <a:spLocks noGrp="1"/>
          </p:cNvSpPr>
          <p:nvPr>
            <p:ph type="dt" sz="half" idx="10"/>
          </p:nvPr>
        </p:nvSpPr>
        <p:spPr/>
        <p:txBody>
          <a:bodyPr/>
          <a:lstStyle/>
          <a:p>
            <a:fld id="{FD945BFA-2589-44DD-9174-8BD10EC1EAAD}" type="datetimeFigureOut">
              <a:rPr lang="en-DK" smtClean="0"/>
              <a:t>26/06/2026</a:t>
            </a:fld>
            <a:endParaRPr lang="en-DK"/>
          </a:p>
        </p:txBody>
      </p:sp>
      <p:sp>
        <p:nvSpPr>
          <p:cNvPr id="4" name="Footer Placeholder 3">
            <a:extLst>
              <a:ext uri="{FF2B5EF4-FFF2-40B4-BE49-F238E27FC236}">
                <a16:creationId xmlns:a16="http://schemas.microsoft.com/office/drawing/2014/main" id="{D2FC4F57-3A5E-D114-51CF-324174ED0D1C}"/>
              </a:ext>
            </a:extLst>
          </p:cNvPr>
          <p:cNvSpPr>
            <a:spLocks noGrp="1"/>
          </p:cNvSpPr>
          <p:nvPr>
            <p:ph type="ftr" sz="quarter" idx="11"/>
          </p:nvPr>
        </p:nvSpPr>
        <p:spPr/>
        <p:txBody>
          <a:bodyPr/>
          <a:lstStyle/>
          <a:p>
            <a:endParaRPr lang="en-DK"/>
          </a:p>
        </p:txBody>
      </p:sp>
      <p:sp>
        <p:nvSpPr>
          <p:cNvPr id="5" name="Slide Number Placeholder 4">
            <a:extLst>
              <a:ext uri="{FF2B5EF4-FFF2-40B4-BE49-F238E27FC236}">
                <a16:creationId xmlns:a16="http://schemas.microsoft.com/office/drawing/2014/main" id="{805E7F80-B1C1-08F0-DB55-BC729EFC0DAA}"/>
              </a:ext>
            </a:extLst>
          </p:cNvPr>
          <p:cNvSpPr>
            <a:spLocks noGrp="1"/>
          </p:cNvSpPr>
          <p:nvPr>
            <p:ph type="sldNum" sz="quarter" idx="12"/>
          </p:nvPr>
        </p:nvSpPr>
        <p:spPr/>
        <p:txBody>
          <a:bodyPr/>
          <a:lstStyle/>
          <a:p>
            <a:fld id="{B20D6917-A216-4A81-9596-2D657B0DF3D0}" type="slidenum">
              <a:rPr lang="en-DK" smtClean="0"/>
              <a:t>‹#›</a:t>
            </a:fld>
            <a:endParaRPr lang="en-DK"/>
          </a:p>
        </p:txBody>
      </p:sp>
    </p:spTree>
    <p:extLst>
      <p:ext uri="{BB962C8B-B14F-4D97-AF65-F5344CB8AC3E}">
        <p14:creationId xmlns:p14="http://schemas.microsoft.com/office/powerpoint/2010/main" val="2096567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9D0CDC-A4A7-0C50-6BB0-D8A3512DAAB7}"/>
              </a:ext>
            </a:extLst>
          </p:cNvPr>
          <p:cNvSpPr>
            <a:spLocks noGrp="1"/>
          </p:cNvSpPr>
          <p:nvPr>
            <p:ph type="dt" sz="half" idx="10"/>
          </p:nvPr>
        </p:nvSpPr>
        <p:spPr/>
        <p:txBody>
          <a:bodyPr/>
          <a:lstStyle/>
          <a:p>
            <a:fld id="{FD945BFA-2589-44DD-9174-8BD10EC1EAAD}" type="datetimeFigureOut">
              <a:rPr lang="en-DK" smtClean="0"/>
              <a:t>26/06/2026</a:t>
            </a:fld>
            <a:endParaRPr lang="en-DK"/>
          </a:p>
        </p:txBody>
      </p:sp>
      <p:sp>
        <p:nvSpPr>
          <p:cNvPr id="3" name="Footer Placeholder 2">
            <a:extLst>
              <a:ext uri="{FF2B5EF4-FFF2-40B4-BE49-F238E27FC236}">
                <a16:creationId xmlns:a16="http://schemas.microsoft.com/office/drawing/2014/main" id="{306AFB20-6A76-9170-592C-AFCB515F4C43}"/>
              </a:ext>
            </a:extLst>
          </p:cNvPr>
          <p:cNvSpPr>
            <a:spLocks noGrp="1"/>
          </p:cNvSpPr>
          <p:nvPr>
            <p:ph type="ftr" sz="quarter" idx="11"/>
          </p:nvPr>
        </p:nvSpPr>
        <p:spPr/>
        <p:txBody>
          <a:bodyPr/>
          <a:lstStyle/>
          <a:p>
            <a:endParaRPr lang="en-DK"/>
          </a:p>
        </p:txBody>
      </p:sp>
      <p:sp>
        <p:nvSpPr>
          <p:cNvPr id="4" name="Slide Number Placeholder 3">
            <a:extLst>
              <a:ext uri="{FF2B5EF4-FFF2-40B4-BE49-F238E27FC236}">
                <a16:creationId xmlns:a16="http://schemas.microsoft.com/office/drawing/2014/main" id="{9D748CF6-A944-C409-6C42-091613002726}"/>
              </a:ext>
            </a:extLst>
          </p:cNvPr>
          <p:cNvSpPr>
            <a:spLocks noGrp="1"/>
          </p:cNvSpPr>
          <p:nvPr>
            <p:ph type="sldNum" sz="quarter" idx="12"/>
          </p:nvPr>
        </p:nvSpPr>
        <p:spPr/>
        <p:txBody>
          <a:bodyPr/>
          <a:lstStyle/>
          <a:p>
            <a:fld id="{B20D6917-A216-4A81-9596-2D657B0DF3D0}" type="slidenum">
              <a:rPr lang="en-DK" smtClean="0"/>
              <a:t>‹#›</a:t>
            </a:fld>
            <a:endParaRPr lang="en-DK"/>
          </a:p>
        </p:txBody>
      </p:sp>
    </p:spTree>
    <p:extLst>
      <p:ext uri="{BB962C8B-B14F-4D97-AF65-F5344CB8AC3E}">
        <p14:creationId xmlns:p14="http://schemas.microsoft.com/office/powerpoint/2010/main" val="2685948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7B5C5-D2BF-D00E-DACE-24FF7A7BB5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Content Placeholder 2">
            <a:extLst>
              <a:ext uri="{FF2B5EF4-FFF2-40B4-BE49-F238E27FC236}">
                <a16:creationId xmlns:a16="http://schemas.microsoft.com/office/drawing/2014/main" id="{2FFB08D1-686F-7B51-C8A0-ECCF6DE1EE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Text Placeholder 3">
            <a:extLst>
              <a:ext uri="{FF2B5EF4-FFF2-40B4-BE49-F238E27FC236}">
                <a16:creationId xmlns:a16="http://schemas.microsoft.com/office/drawing/2014/main" id="{4983A8AF-12E7-5B82-0C25-7A1B7AAB8C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55F0F7-5180-43A8-533A-B51E3CC72E3F}"/>
              </a:ext>
            </a:extLst>
          </p:cNvPr>
          <p:cNvSpPr>
            <a:spLocks noGrp="1"/>
          </p:cNvSpPr>
          <p:nvPr>
            <p:ph type="dt" sz="half" idx="10"/>
          </p:nvPr>
        </p:nvSpPr>
        <p:spPr/>
        <p:txBody>
          <a:bodyPr/>
          <a:lstStyle/>
          <a:p>
            <a:fld id="{FD945BFA-2589-44DD-9174-8BD10EC1EAAD}" type="datetimeFigureOut">
              <a:rPr lang="en-DK" smtClean="0"/>
              <a:t>26/06/2026</a:t>
            </a:fld>
            <a:endParaRPr lang="en-DK"/>
          </a:p>
        </p:txBody>
      </p:sp>
      <p:sp>
        <p:nvSpPr>
          <p:cNvPr id="6" name="Footer Placeholder 5">
            <a:extLst>
              <a:ext uri="{FF2B5EF4-FFF2-40B4-BE49-F238E27FC236}">
                <a16:creationId xmlns:a16="http://schemas.microsoft.com/office/drawing/2014/main" id="{B300D143-B036-DD4E-3D1B-843AC81A4FEB}"/>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C6C3D11B-70C1-95DB-8D53-01ABB7B1D672}"/>
              </a:ext>
            </a:extLst>
          </p:cNvPr>
          <p:cNvSpPr>
            <a:spLocks noGrp="1"/>
          </p:cNvSpPr>
          <p:nvPr>
            <p:ph type="sldNum" sz="quarter" idx="12"/>
          </p:nvPr>
        </p:nvSpPr>
        <p:spPr/>
        <p:txBody>
          <a:bodyPr/>
          <a:lstStyle/>
          <a:p>
            <a:fld id="{B20D6917-A216-4A81-9596-2D657B0DF3D0}" type="slidenum">
              <a:rPr lang="en-DK" smtClean="0"/>
              <a:t>‹#›</a:t>
            </a:fld>
            <a:endParaRPr lang="en-DK"/>
          </a:p>
        </p:txBody>
      </p:sp>
    </p:spTree>
    <p:extLst>
      <p:ext uri="{BB962C8B-B14F-4D97-AF65-F5344CB8AC3E}">
        <p14:creationId xmlns:p14="http://schemas.microsoft.com/office/powerpoint/2010/main" val="3400904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9B121-F710-75A6-FF10-BAC6DFECFF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Picture Placeholder 2">
            <a:extLst>
              <a:ext uri="{FF2B5EF4-FFF2-40B4-BE49-F238E27FC236}">
                <a16:creationId xmlns:a16="http://schemas.microsoft.com/office/drawing/2014/main" id="{396CEB1E-8BC2-3316-FF77-850CD3E990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K"/>
          </a:p>
        </p:txBody>
      </p:sp>
      <p:sp>
        <p:nvSpPr>
          <p:cNvPr id="4" name="Text Placeholder 3">
            <a:extLst>
              <a:ext uri="{FF2B5EF4-FFF2-40B4-BE49-F238E27FC236}">
                <a16:creationId xmlns:a16="http://schemas.microsoft.com/office/drawing/2014/main" id="{297876BA-32BA-F2CB-5E21-A5528A149A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3B14A4-39A3-E4E0-175F-A028F46C157A}"/>
              </a:ext>
            </a:extLst>
          </p:cNvPr>
          <p:cNvSpPr>
            <a:spLocks noGrp="1"/>
          </p:cNvSpPr>
          <p:nvPr>
            <p:ph type="dt" sz="half" idx="10"/>
          </p:nvPr>
        </p:nvSpPr>
        <p:spPr/>
        <p:txBody>
          <a:bodyPr/>
          <a:lstStyle/>
          <a:p>
            <a:fld id="{FD945BFA-2589-44DD-9174-8BD10EC1EAAD}" type="datetimeFigureOut">
              <a:rPr lang="en-DK" smtClean="0"/>
              <a:t>26/06/2026</a:t>
            </a:fld>
            <a:endParaRPr lang="en-DK"/>
          </a:p>
        </p:txBody>
      </p:sp>
      <p:sp>
        <p:nvSpPr>
          <p:cNvPr id="6" name="Footer Placeholder 5">
            <a:extLst>
              <a:ext uri="{FF2B5EF4-FFF2-40B4-BE49-F238E27FC236}">
                <a16:creationId xmlns:a16="http://schemas.microsoft.com/office/drawing/2014/main" id="{34C9F1C2-467C-27BC-387E-649178C820D7}"/>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6FA03458-46BB-8B53-B2A2-0AACCA4ADF20}"/>
              </a:ext>
            </a:extLst>
          </p:cNvPr>
          <p:cNvSpPr>
            <a:spLocks noGrp="1"/>
          </p:cNvSpPr>
          <p:nvPr>
            <p:ph type="sldNum" sz="quarter" idx="12"/>
          </p:nvPr>
        </p:nvSpPr>
        <p:spPr/>
        <p:txBody>
          <a:bodyPr/>
          <a:lstStyle/>
          <a:p>
            <a:fld id="{B20D6917-A216-4A81-9596-2D657B0DF3D0}" type="slidenum">
              <a:rPr lang="en-DK" smtClean="0"/>
              <a:t>‹#›</a:t>
            </a:fld>
            <a:endParaRPr lang="en-DK"/>
          </a:p>
        </p:txBody>
      </p:sp>
    </p:spTree>
    <p:extLst>
      <p:ext uri="{BB962C8B-B14F-4D97-AF65-F5344CB8AC3E}">
        <p14:creationId xmlns:p14="http://schemas.microsoft.com/office/powerpoint/2010/main" val="1833536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4AAF-9F48-ADA3-7EA3-5625B034EFD0}"/>
              </a:ext>
            </a:extLst>
          </p:cNvPr>
          <p:cNvSpPr>
            <a:spLocks noGrp="1"/>
          </p:cNvSpPr>
          <p:nvPr>
            <p:ph type="title"/>
          </p:nvPr>
        </p:nvSpPr>
        <p:spPr/>
        <p:txBody>
          <a:bodyPr/>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C2209213-416B-0BCE-C285-0349652945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B73B34F3-AE46-0278-E126-56EFB2CCA632}"/>
              </a:ext>
            </a:extLst>
          </p:cNvPr>
          <p:cNvSpPr>
            <a:spLocks noGrp="1"/>
          </p:cNvSpPr>
          <p:nvPr>
            <p:ph type="dt" sz="half" idx="10"/>
          </p:nvPr>
        </p:nvSpPr>
        <p:spPr/>
        <p:txBody>
          <a:bodyPr/>
          <a:lstStyle/>
          <a:p>
            <a:fld id="{FD945BFA-2589-44DD-9174-8BD10EC1EAAD}" type="datetimeFigureOut">
              <a:rPr lang="en-DK" smtClean="0"/>
              <a:t>26/06/2026</a:t>
            </a:fld>
            <a:endParaRPr lang="en-DK"/>
          </a:p>
        </p:txBody>
      </p:sp>
      <p:sp>
        <p:nvSpPr>
          <p:cNvPr id="5" name="Footer Placeholder 4">
            <a:extLst>
              <a:ext uri="{FF2B5EF4-FFF2-40B4-BE49-F238E27FC236}">
                <a16:creationId xmlns:a16="http://schemas.microsoft.com/office/drawing/2014/main" id="{B61B70A4-6C50-783C-005F-CCA8AE466441}"/>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ADF2098E-D245-89FE-3EC1-F28B43A505F7}"/>
              </a:ext>
            </a:extLst>
          </p:cNvPr>
          <p:cNvSpPr>
            <a:spLocks noGrp="1"/>
          </p:cNvSpPr>
          <p:nvPr>
            <p:ph type="sldNum" sz="quarter" idx="12"/>
          </p:nvPr>
        </p:nvSpPr>
        <p:spPr/>
        <p:txBody>
          <a:bodyPr/>
          <a:lstStyle/>
          <a:p>
            <a:fld id="{B20D6917-A216-4A81-9596-2D657B0DF3D0}" type="slidenum">
              <a:rPr lang="en-DK" smtClean="0"/>
              <a:t>‹#›</a:t>
            </a:fld>
            <a:endParaRPr lang="en-DK"/>
          </a:p>
        </p:txBody>
      </p:sp>
    </p:spTree>
    <p:extLst>
      <p:ext uri="{BB962C8B-B14F-4D97-AF65-F5344CB8AC3E}">
        <p14:creationId xmlns:p14="http://schemas.microsoft.com/office/powerpoint/2010/main" val="4231287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380021-9DAB-B4D5-54F0-8AC918C936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6D5154B0-D475-2606-D663-6B15028526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C124E38A-94D9-F759-693F-40CE5855FCF4}"/>
              </a:ext>
            </a:extLst>
          </p:cNvPr>
          <p:cNvSpPr>
            <a:spLocks noGrp="1"/>
          </p:cNvSpPr>
          <p:nvPr>
            <p:ph type="dt" sz="half" idx="10"/>
          </p:nvPr>
        </p:nvSpPr>
        <p:spPr/>
        <p:txBody>
          <a:bodyPr/>
          <a:lstStyle/>
          <a:p>
            <a:fld id="{FD945BFA-2589-44DD-9174-8BD10EC1EAAD}" type="datetimeFigureOut">
              <a:rPr lang="en-DK" smtClean="0"/>
              <a:t>26/06/2026</a:t>
            </a:fld>
            <a:endParaRPr lang="en-DK"/>
          </a:p>
        </p:txBody>
      </p:sp>
      <p:sp>
        <p:nvSpPr>
          <p:cNvPr id="5" name="Footer Placeholder 4">
            <a:extLst>
              <a:ext uri="{FF2B5EF4-FFF2-40B4-BE49-F238E27FC236}">
                <a16:creationId xmlns:a16="http://schemas.microsoft.com/office/drawing/2014/main" id="{E7DD3488-04B7-6C5B-A477-26BBA65FFE28}"/>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5595D702-913B-784E-8694-797DD09E1465}"/>
              </a:ext>
            </a:extLst>
          </p:cNvPr>
          <p:cNvSpPr>
            <a:spLocks noGrp="1"/>
          </p:cNvSpPr>
          <p:nvPr>
            <p:ph type="sldNum" sz="quarter" idx="12"/>
          </p:nvPr>
        </p:nvSpPr>
        <p:spPr/>
        <p:txBody>
          <a:bodyPr/>
          <a:lstStyle/>
          <a:p>
            <a:fld id="{B20D6917-A216-4A81-9596-2D657B0DF3D0}" type="slidenum">
              <a:rPr lang="en-DK" smtClean="0"/>
              <a:t>‹#›</a:t>
            </a:fld>
            <a:endParaRPr lang="en-DK"/>
          </a:p>
        </p:txBody>
      </p:sp>
    </p:spTree>
    <p:extLst>
      <p:ext uri="{BB962C8B-B14F-4D97-AF65-F5344CB8AC3E}">
        <p14:creationId xmlns:p14="http://schemas.microsoft.com/office/powerpoint/2010/main" val="3303344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2A6F7F-F2D8-7BBF-DA49-B34021738B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K"/>
          </a:p>
        </p:txBody>
      </p:sp>
      <p:sp>
        <p:nvSpPr>
          <p:cNvPr id="3" name="Text Placeholder 2">
            <a:extLst>
              <a:ext uri="{FF2B5EF4-FFF2-40B4-BE49-F238E27FC236}">
                <a16:creationId xmlns:a16="http://schemas.microsoft.com/office/drawing/2014/main" id="{AB842B76-92A0-44C6-AEAC-C854D30A4D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068C47E8-DD26-8759-6D54-E1421DAB64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D945BFA-2589-44DD-9174-8BD10EC1EAAD}" type="datetimeFigureOut">
              <a:rPr lang="en-DK" smtClean="0"/>
              <a:t>26/06/2026</a:t>
            </a:fld>
            <a:endParaRPr lang="en-DK"/>
          </a:p>
        </p:txBody>
      </p:sp>
      <p:sp>
        <p:nvSpPr>
          <p:cNvPr id="5" name="Footer Placeholder 4">
            <a:extLst>
              <a:ext uri="{FF2B5EF4-FFF2-40B4-BE49-F238E27FC236}">
                <a16:creationId xmlns:a16="http://schemas.microsoft.com/office/drawing/2014/main" id="{A2A650B4-A0AF-B33C-5CFE-ECA5A26E57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K"/>
          </a:p>
        </p:txBody>
      </p:sp>
      <p:sp>
        <p:nvSpPr>
          <p:cNvPr id="6" name="Slide Number Placeholder 5">
            <a:extLst>
              <a:ext uri="{FF2B5EF4-FFF2-40B4-BE49-F238E27FC236}">
                <a16:creationId xmlns:a16="http://schemas.microsoft.com/office/drawing/2014/main" id="{E5BAA5AE-0811-7561-08C6-B324177830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0D6917-A216-4A81-9596-2D657B0DF3D0}" type="slidenum">
              <a:rPr lang="en-DK" smtClean="0"/>
              <a:t>‹#›</a:t>
            </a:fld>
            <a:endParaRPr lang="en-DK"/>
          </a:p>
        </p:txBody>
      </p:sp>
    </p:spTree>
    <p:extLst>
      <p:ext uri="{BB962C8B-B14F-4D97-AF65-F5344CB8AC3E}">
        <p14:creationId xmlns:p14="http://schemas.microsoft.com/office/powerpoint/2010/main" val="3929179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B7CDDD-DDE4-8B42-6975-C146BA7A1CAC}"/>
              </a:ext>
            </a:extLst>
          </p:cNvPr>
          <p:cNvSpPr txBox="1"/>
          <p:nvPr/>
        </p:nvSpPr>
        <p:spPr>
          <a:xfrm>
            <a:off x="0" y="1"/>
            <a:ext cx="12192000" cy="6374374"/>
          </a:xfrm>
          <a:prstGeom prst="rect">
            <a:avLst/>
          </a:prstGeom>
          <a:noFill/>
        </p:spPr>
        <p:txBody>
          <a:bodyPr wrap="square">
            <a:spAutoFit/>
          </a:bodyPr>
          <a:lstStyle/>
          <a:p>
            <a:pPr algn="ctr">
              <a:lnSpc>
                <a:spcPct val="107000"/>
              </a:lnSpc>
              <a:spcAft>
                <a:spcPts val="800"/>
              </a:spcAft>
            </a:pPr>
            <a:r>
              <a:rPr lang="en-GB" sz="4400" b="1" kern="100" dirty="0" err="1">
                <a:effectLst/>
                <a:latin typeface="Calibri" panose="020F0502020204030204" pitchFamily="34" charset="0"/>
                <a:ea typeface="Times New Roman" panose="02020603050405020304" pitchFamily="18" charset="0"/>
                <a:cs typeface="Times New Roman" panose="02020603050405020304" pitchFamily="18" charset="0"/>
              </a:rPr>
              <a:t>Schmerzerkennung</a:t>
            </a:r>
            <a:r>
              <a:rPr lang="en-GB" sz="4400" b="1" kern="100" dirty="0">
                <a:effectLst/>
                <a:latin typeface="Calibri" panose="020F0502020204030204" pitchFamily="34" charset="0"/>
                <a:ea typeface="Times New Roman" panose="02020603050405020304" pitchFamily="18" charset="0"/>
                <a:cs typeface="Times New Roman" panose="02020603050405020304" pitchFamily="18" charset="0"/>
              </a:rPr>
              <a:t> und </a:t>
            </a:r>
            <a:r>
              <a:rPr lang="en-GB" sz="4400" b="1" kern="100" dirty="0" err="1">
                <a:effectLst/>
                <a:latin typeface="Calibri" panose="020F0502020204030204" pitchFamily="34" charset="0"/>
                <a:ea typeface="Times New Roman" panose="02020603050405020304" pitchFamily="18" charset="0"/>
                <a:cs typeface="Times New Roman" panose="02020603050405020304" pitchFamily="18" charset="0"/>
              </a:rPr>
              <a:t>Schmerztoleranzschwellen</a:t>
            </a:r>
            <a:endParaRPr lang="en-DK" sz="14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algn="ctr">
              <a:lnSpc>
                <a:spcPct val="107000"/>
              </a:lnSpc>
              <a:spcAft>
                <a:spcPts val="800"/>
              </a:spcAft>
            </a:pPr>
            <a:r>
              <a:rPr lang="en-GB" sz="4400" kern="100" dirty="0" err="1">
                <a:effectLst/>
                <a:latin typeface="Calibri" panose="020F0502020204030204" pitchFamily="34" charset="0"/>
                <a:ea typeface="Times New Roman" panose="02020603050405020304" pitchFamily="18" charset="0"/>
                <a:cs typeface="Times New Roman" panose="02020603050405020304" pitchFamily="18" charset="0"/>
              </a:rPr>
              <a:t>Dominantes</a:t>
            </a:r>
            <a:r>
              <a:rPr lang="en-GB" sz="4400" kern="100" dirty="0">
                <a:effectLst/>
                <a:latin typeface="Calibri" panose="020F0502020204030204" pitchFamily="34" charset="0"/>
                <a:ea typeface="Times New Roman" panose="02020603050405020304" pitchFamily="18" charset="0"/>
                <a:cs typeface="Times New Roman" panose="02020603050405020304" pitchFamily="18" charset="0"/>
              </a:rPr>
              <a:t> Bein</a:t>
            </a:r>
            <a:endParaRPr lang="en-DK" sz="14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algn="ctr">
              <a:lnSpc>
                <a:spcPct val="107000"/>
              </a:lnSpc>
              <a:spcAft>
                <a:spcPts val="800"/>
              </a:spcAft>
            </a:pPr>
            <a:r>
              <a:rPr lang="en-GB" sz="1400" kern="1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DK" sz="14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algn="ctr">
              <a:lnSpc>
                <a:spcPct val="107000"/>
              </a:lnSpc>
              <a:spcAft>
                <a:spcPts val="800"/>
              </a:spcAft>
            </a:pPr>
            <a:r>
              <a:rPr lang="en-GB" sz="3200" b="1" kern="100" dirty="0" err="1">
                <a:effectLst/>
                <a:latin typeface="Calibri" panose="020F0502020204030204" pitchFamily="34" charset="0"/>
                <a:ea typeface="Times New Roman" panose="02020603050405020304" pitchFamily="18" charset="0"/>
                <a:cs typeface="Times New Roman" panose="02020603050405020304" pitchFamily="18" charset="0"/>
              </a:rPr>
              <a:t>Anweisungen</a:t>
            </a:r>
            <a:r>
              <a:rPr lang="en-GB" sz="3200" b="1" kern="100" dirty="0">
                <a:effectLst/>
                <a:latin typeface="Calibri" panose="020F0502020204030204" pitchFamily="34" charset="0"/>
                <a:ea typeface="Times New Roman" panose="02020603050405020304" pitchFamily="18" charset="0"/>
                <a:cs typeface="Times New Roman" panose="02020603050405020304" pitchFamily="18" charset="0"/>
              </a:rPr>
              <a:t> für den </a:t>
            </a:r>
            <a:r>
              <a:rPr lang="en-GB" sz="3200" b="1" kern="100" dirty="0" err="1">
                <a:effectLst/>
                <a:latin typeface="Calibri" panose="020F0502020204030204" pitchFamily="34" charset="0"/>
                <a:ea typeface="Times New Roman" panose="02020603050405020304" pitchFamily="18" charset="0"/>
                <a:cs typeface="Times New Roman" panose="02020603050405020304" pitchFamily="18" charset="0"/>
              </a:rPr>
              <a:t>Teilnehmer</a:t>
            </a:r>
            <a:endParaRPr lang="en-DK" sz="14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de-DE" sz="3200" kern="100" dirty="0">
                <a:effectLst/>
                <a:latin typeface="Calibri" panose="020F0502020204030204" pitchFamily="34" charset="0"/>
                <a:ea typeface="Times New Roman" panose="02020603050405020304" pitchFamily="18" charset="0"/>
                <a:cs typeface="Times New Roman" panose="02020603050405020304" pitchFamily="18" charset="0"/>
              </a:rPr>
              <a:t>Bei diesem Test wird der Druck der Manschette an Ihrem dominanten Bein allmählich erhöht. Bitte bewerten Sie das Druckempfinden mithilfe der Skala in Ihrer Hand. Die Skala reicht von „Kein Schmerz“ bis „Maximaler Schmerz“. Wichtig ist, dass Sie mit der Bewertung beginnen, sobald Sie auch nur den geringsten Schmerz verspüren. Der maximale Schmerz ist der stärkste erträgliche Schmerz. Sobald Sie diesen Wert erreichen, wird der Druck automatisch gestoppt.</a:t>
            </a:r>
            <a:endParaRPr lang="en-DK" sz="1400" kern="1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8424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D485D-276F-EEB1-CE6D-45109332434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C28F7FF-DDD8-480D-BA52-92F2D54F9C18}"/>
              </a:ext>
            </a:extLst>
          </p:cNvPr>
          <p:cNvSpPr txBox="1"/>
          <p:nvPr/>
        </p:nvSpPr>
        <p:spPr>
          <a:xfrm>
            <a:off x="0" y="0"/>
            <a:ext cx="12192000" cy="4793556"/>
          </a:xfrm>
          <a:prstGeom prst="rect">
            <a:avLst/>
          </a:prstGeom>
          <a:noFill/>
        </p:spPr>
        <p:txBody>
          <a:bodyPr wrap="square">
            <a:spAutoFit/>
          </a:bodyPr>
          <a:lstStyle/>
          <a:p>
            <a:pPr algn="ctr">
              <a:lnSpc>
                <a:spcPct val="107000"/>
              </a:lnSpc>
              <a:spcAft>
                <a:spcPts val="800"/>
              </a:spcAft>
            </a:pPr>
            <a:r>
              <a:rPr lang="en-GB" sz="4400" b="1" kern="100" dirty="0" err="1">
                <a:latin typeface="Calibri" panose="020F0502020204030204" pitchFamily="34" charset="0"/>
                <a:ea typeface="Times New Roman" panose="02020603050405020304" pitchFamily="18" charset="0"/>
                <a:cs typeface="Times New Roman" panose="02020603050405020304" pitchFamily="18" charset="0"/>
              </a:rPr>
              <a:t>Schmerzerkennung</a:t>
            </a:r>
            <a:r>
              <a:rPr lang="en-GB" sz="4400" b="1" kern="100" dirty="0">
                <a:latin typeface="Calibri" panose="020F0502020204030204" pitchFamily="34" charset="0"/>
                <a:ea typeface="Times New Roman" panose="02020603050405020304" pitchFamily="18" charset="0"/>
                <a:cs typeface="Times New Roman" panose="02020603050405020304" pitchFamily="18" charset="0"/>
              </a:rPr>
              <a:t> und </a:t>
            </a:r>
            <a:r>
              <a:rPr lang="en-GB" sz="4400" b="1" kern="100" dirty="0" err="1">
                <a:latin typeface="Calibri" panose="020F0502020204030204" pitchFamily="34" charset="0"/>
                <a:ea typeface="Times New Roman" panose="02020603050405020304" pitchFamily="18" charset="0"/>
                <a:cs typeface="Times New Roman" panose="02020603050405020304" pitchFamily="18" charset="0"/>
              </a:rPr>
              <a:t>Schmerztoleranzschwellen</a:t>
            </a:r>
            <a:endParaRPr lang="en-DK" sz="1400" kern="100" dirty="0">
              <a:latin typeface="Calibri" panose="020F0502020204030204" pitchFamily="34" charset="0"/>
              <a:ea typeface="Times New Roman" panose="02020603050405020304" pitchFamily="18" charset="0"/>
              <a:cs typeface="Times New Roman" panose="02020603050405020304" pitchFamily="18" charset="0"/>
            </a:endParaRPr>
          </a:p>
          <a:p>
            <a:pPr algn="ctr">
              <a:lnSpc>
                <a:spcPct val="107000"/>
              </a:lnSpc>
              <a:spcAft>
                <a:spcPts val="800"/>
              </a:spcAft>
            </a:pPr>
            <a:r>
              <a:rPr lang="en-GB" sz="4400" kern="100" dirty="0">
                <a:effectLst/>
                <a:latin typeface="Calibri" panose="020F0502020204030204" pitchFamily="34" charset="0"/>
                <a:ea typeface="Times New Roman" panose="02020603050405020304" pitchFamily="18" charset="0"/>
                <a:cs typeface="Times New Roman" panose="02020603050405020304" pitchFamily="18" charset="0"/>
              </a:rPr>
              <a:t>Nicht-</a:t>
            </a:r>
            <a:r>
              <a:rPr lang="en-GB" sz="4400" kern="100" dirty="0" err="1">
                <a:effectLst/>
                <a:latin typeface="Calibri" panose="020F0502020204030204" pitchFamily="34" charset="0"/>
                <a:ea typeface="Times New Roman" panose="02020603050405020304" pitchFamily="18" charset="0"/>
                <a:cs typeface="Times New Roman" panose="02020603050405020304" pitchFamily="18" charset="0"/>
              </a:rPr>
              <a:t>dominantes</a:t>
            </a:r>
            <a:r>
              <a:rPr lang="en-GB" sz="4400" kern="100" dirty="0">
                <a:effectLst/>
                <a:latin typeface="Calibri" panose="020F0502020204030204" pitchFamily="34" charset="0"/>
                <a:ea typeface="Times New Roman" panose="02020603050405020304" pitchFamily="18" charset="0"/>
                <a:cs typeface="Times New Roman" panose="02020603050405020304" pitchFamily="18" charset="0"/>
              </a:rPr>
              <a:t> Bein</a:t>
            </a:r>
            <a:endParaRPr lang="en-DK" sz="14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algn="ctr">
              <a:lnSpc>
                <a:spcPct val="107000"/>
              </a:lnSpc>
              <a:spcAft>
                <a:spcPts val="800"/>
              </a:spcAft>
            </a:pPr>
            <a:r>
              <a:rPr lang="en-GB" sz="1400" kern="1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DK" sz="14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algn="ctr">
              <a:lnSpc>
                <a:spcPct val="107000"/>
              </a:lnSpc>
              <a:spcAft>
                <a:spcPts val="800"/>
              </a:spcAft>
            </a:pPr>
            <a:r>
              <a:rPr lang="en-GB" sz="3200" b="1" kern="100" dirty="0" err="1">
                <a:latin typeface="Calibri" panose="020F0502020204030204" pitchFamily="34" charset="0"/>
                <a:ea typeface="Times New Roman" panose="02020603050405020304" pitchFamily="18" charset="0"/>
                <a:cs typeface="Times New Roman" panose="02020603050405020304" pitchFamily="18" charset="0"/>
              </a:rPr>
              <a:t>Anweisungen</a:t>
            </a:r>
            <a:r>
              <a:rPr lang="en-GB" sz="3200" b="1" kern="100" dirty="0">
                <a:latin typeface="Calibri" panose="020F0502020204030204" pitchFamily="34" charset="0"/>
                <a:ea typeface="Times New Roman" panose="02020603050405020304" pitchFamily="18" charset="0"/>
                <a:cs typeface="Times New Roman" panose="02020603050405020304" pitchFamily="18" charset="0"/>
              </a:rPr>
              <a:t> für den </a:t>
            </a:r>
            <a:r>
              <a:rPr lang="en-GB" sz="3200" b="1" kern="100" dirty="0" err="1">
                <a:latin typeface="Calibri" panose="020F0502020204030204" pitchFamily="34" charset="0"/>
                <a:ea typeface="Times New Roman" panose="02020603050405020304" pitchFamily="18" charset="0"/>
                <a:cs typeface="Times New Roman" panose="02020603050405020304" pitchFamily="18" charset="0"/>
              </a:rPr>
              <a:t>Teilnehmer</a:t>
            </a:r>
            <a:endParaRPr lang="en-DK" sz="14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de-DE" sz="3200" kern="100" dirty="0">
                <a:effectLst/>
                <a:latin typeface="Calibri" panose="020F0502020204030204" pitchFamily="34" charset="0"/>
                <a:ea typeface="Times New Roman" panose="02020603050405020304" pitchFamily="18" charset="0"/>
                <a:cs typeface="Times New Roman" panose="02020603050405020304" pitchFamily="18" charset="0"/>
              </a:rPr>
              <a:t>Bei diesem Test wird der Druck der Manschette an Ihrem nicht-dominanten Bein schrittweise erhöht. Bitte bewerten Sie das Druckempfinden mithilfe der Skala in Ihrer Hand. Gehen Sie dabei bitte genauso vor wie zuvor.</a:t>
            </a:r>
            <a:endParaRPr lang="en-DK" sz="1400" kern="1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153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B8B93-7E3E-30EA-004B-43F1423D022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D6F7C62-D3FC-12C1-6E0E-5F4E4B0C9F0B}"/>
              </a:ext>
            </a:extLst>
          </p:cNvPr>
          <p:cNvSpPr txBox="1"/>
          <p:nvPr/>
        </p:nvSpPr>
        <p:spPr>
          <a:xfrm>
            <a:off x="0" y="0"/>
            <a:ext cx="12192000" cy="6074227"/>
          </a:xfrm>
          <a:prstGeom prst="rect">
            <a:avLst/>
          </a:prstGeom>
          <a:noFill/>
        </p:spPr>
        <p:txBody>
          <a:bodyPr wrap="square">
            <a:spAutoFit/>
          </a:bodyPr>
          <a:lstStyle/>
          <a:p>
            <a:pPr algn="ctr">
              <a:lnSpc>
                <a:spcPct val="107000"/>
              </a:lnSpc>
              <a:spcAft>
                <a:spcPts val="800"/>
              </a:spcAft>
            </a:pPr>
            <a:r>
              <a:rPr lang="en-GB" sz="4400" b="1" kern="100" dirty="0" err="1">
                <a:effectLst/>
                <a:latin typeface="Calibri" panose="020F0502020204030204" pitchFamily="34" charset="0"/>
                <a:ea typeface="Times New Roman" panose="02020603050405020304" pitchFamily="18" charset="0"/>
                <a:cs typeface="Times New Roman" panose="02020603050405020304" pitchFamily="18" charset="0"/>
              </a:rPr>
              <a:t>Zeitliche</a:t>
            </a:r>
            <a:r>
              <a:rPr lang="en-GB" sz="4400" b="1" kern="100" dirty="0">
                <a:effectLst/>
                <a:latin typeface="Calibri" panose="020F0502020204030204" pitchFamily="34" charset="0"/>
                <a:ea typeface="Times New Roman" panose="02020603050405020304" pitchFamily="18" charset="0"/>
                <a:cs typeface="Times New Roman" panose="02020603050405020304" pitchFamily="18" charset="0"/>
              </a:rPr>
              <a:t> Summation</a:t>
            </a:r>
            <a:endParaRPr lang="en-DK" sz="14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algn="ctr">
              <a:lnSpc>
                <a:spcPct val="107000"/>
              </a:lnSpc>
              <a:spcAft>
                <a:spcPts val="800"/>
              </a:spcAft>
            </a:pPr>
            <a:r>
              <a:rPr lang="en-GB" sz="1400" kern="1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DK" sz="14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algn="ctr">
              <a:lnSpc>
                <a:spcPct val="107000"/>
              </a:lnSpc>
              <a:spcAft>
                <a:spcPts val="800"/>
              </a:spcAft>
            </a:pPr>
            <a:r>
              <a:rPr lang="en-GB" sz="3200" b="1" kern="100" dirty="0" err="1">
                <a:effectLst/>
                <a:latin typeface="Calibri" panose="020F0502020204030204" pitchFamily="34" charset="0"/>
                <a:ea typeface="Times New Roman" panose="02020603050405020304" pitchFamily="18" charset="0"/>
                <a:cs typeface="Times New Roman" panose="02020603050405020304" pitchFamily="18" charset="0"/>
              </a:rPr>
              <a:t>Anweisungen</a:t>
            </a:r>
            <a:r>
              <a:rPr lang="en-GB" sz="3200" b="1" kern="100" dirty="0">
                <a:effectLst/>
                <a:latin typeface="Calibri" panose="020F0502020204030204" pitchFamily="34" charset="0"/>
                <a:ea typeface="Times New Roman" panose="02020603050405020304" pitchFamily="18" charset="0"/>
                <a:cs typeface="Times New Roman" panose="02020603050405020304" pitchFamily="18" charset="0"/>
              </a:rPr>
              <a:t> für den </a:t>
            </a:r>
            <a:r>
              <a:rPr lang="en-GB" sz="3200" b="1" kern="100" dirty="0" err="1">
                <a:effectLst/>
                <a:latin typeface="Calibri" panose="020F0502020204030204" pitchFamily="34" charset="0"/>
                <a:ea typeface="Times New Roman" panose="02020603050405020304" pitchFamily="18" charset="0"/>
                <a:cs typeface="Times New Roman" panose="02020603050405020304" pitchFamily="18" charset="0"/>
              </a:rPr>
              <a:t>Teilnehmer</a:t>
            </a:r>
            <a:endParaRPr lang="en-DK" sz="14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de-DE" sz="3200" kern="100" dirty="0">
                <a:effectLst/>
                <a:latin typeface="Calibri" panose="020F0502020204030204" pitchFamily="34" charset="0"/>
                <a:ea typeface="Times New Roman" panose="02020603050405020304" pitchFamily="18" charset="0"/>
                <a:cs typeface="Times New Roman" panose="02020603050405020304" pitchFamily="18" charset="0"/>
              </a:rPr>
              <a:t>Dies ist ein neuer Test, der sich etwas von den vorherigen unterscheidet. Sie spüren nacheinander verschiedene Druckreize. Bewerten Sie bei jedem Reiz die Empfindung so schnell wie möglich mithilfe der Skala in Ihrer Hand. Lassen Sie den Schieber nach der Bewertung einfach in seiner Position, bis Sie den nächsten Reiz spüren. Die Reize folgen schnell aufeinander, und es gibt keine richtige oder falsche Antwort. Geben Sie einfach Ihre unmittelbare Bewertung der Empfindung so schnell wie möglich an.</a:t>
            </a:r>
            <a:endParaRPr lang="en-DK" sz="1400" kern="1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3017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2536C-89C3-2503-3921-FA0C9B35198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ACBBC21-61AA-8C26-AD30-5D3C5E5257E5}"/>
              </a:ext>
            </a:extLst>
          </p:cNvPr>
          <p:cNvSpPr txBox="1"/>
          <p:nvPr/>
        </p:nvSpPr>
        <p:spPr>
          <a:xfrm>
            <a:off x="0" y="0"/>
            <a:ext cx="12192000" cy="6601166"/>
          </a:xfrm>
          <a:prstGeom prst="rect">
            <a:avLst/>
          </a:prstGeom>
          <a:noFill/>
        </p:spPr>
        <p:txBody>
          <a:bodyPr wrap="square">
            <a:spAutoFit/>
          </a:bodyPr>
          <a:lstStyle/>
          <a:p>
            <a:pPr algn="ctr">
              <a:lnSpc>
                <a:spcPct val="107000"/>
              </a:lnSpc>
              <a:spcAft>
                <a:spcPts val="800"/>
              </a:spcAft>
            </a:pPr>
            <a:r>
              <a:rPr lang="en-GB" sz="4400" b="1" kern="100" dirty="0" err="1">
                <a:effectLst/>
                <a:latin typeface="Calibri" panose="020F0502020204030204" pitchFamily="34" charset="0"/>
                <a:ea typeface="Times New Roman" panose="02020603050405020304" pitchFamily="18" charset="0"/>
                <a:cs typeface="Times New Roman" panose="02020603050405020304" pitchFamily="18" charset="0"/>
              </a:rPr>
              <a:t>Konditionierte</a:t>
            </a:r>
            <a:r>
              <a:rPr lang="en-GB" sz="4400" b="1" kern="100" dirty="0">
                <a:effectLst/>
                <a:latin typeface="Calibri" panose="020F0502020204030204" pitchFamily="34" charset="0"/>
                <a:ea typeface="Times New Roman" panose="02020603050405020304" pitchFamily="18" charset="0"/>
                <a:cs typeface="Times New Roman" panose="02020603050405020304" pitchFamily="18" charset="0"/>
              </a:rPr>
              <a:t> </a:t>
            </a:r>
            <a:r>
              <a:rPr lang="en-GB" sz="4400" b="1" kern="100" dirty="0" err="1">
                <a:effectLst/>
                <a:latin typeface="Calibri" panose="020F0502020204030204" pitchFamily="34" charset="0"/>
                <a:ea typeface="Times New Roman" panose="02020603050405020304" pitchFamily="18" charset="0"/>
                <a:cs typeface="Times New Roman" panose="02020603050405020304" pitchFamily="18" charset="0"/>
              </a:rPr>
              <a:t>Schmerzmodulation</a:t>
            </a:r>
            <a:endParaRPr lang="en-DK" sz="14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algn="ctr">
              <a:lnSpc>
                <a:spcPct val="107000"/>
              </a:lnSpc>
              <a:spcAft>
                <a:spcPts val="800"/>
              </a:spcAft>
            </a:pPr>
            <a:r>
              <a:rPr lang="en-GB" sz="1400" kern="1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DK" sz="14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algn="ctr">
              <a:lnSpc>
                <a:spcPct val="107000"/>
              </a:lnSpc>
              <a:spcAft>
                <a:spcPts val="800"/>
              </a:spcAft>
            </a:pPr>
            <a:r>
              <a:rPr lang="en-GB" sz="3200" b="1" kern="100" dirty="0" err="1">
                <a:effectLst/>
                <a:latin typeface="Calibri" panose="020F0502020204030204" pitchFamily="34" charset="0"/>
                <a:ea typeface="Times New Roman" panose="02020603050405020304" pitchFamily="18" charset="0"/>
                <a:cs typeface="Times New Roman" panose="02020603050405020304" pitchFamily="18" charset="0"/>
              </a:rPr>
              <a:t>Anweisungen</a:t>
            </a:r>
            <a:r>
              <a:rPr lang="en-GB" sz="3200" b="1" kern="100" dirty="0">
                <a:effectLst/>
                <a:latin typeface="Calibri" panose="020F0502020204030204" pitchFamily="34" charset="0"/>
                <a:ea typeface="Times New Roman" panose="02020603050405020304" pitchFamily="18" charset="0"/>
                <a:cs typeface="Times New Roman" panose="02020603050405020304" pitchFamily="18" charset="0"/>
              </a:rPr>
              <a:t> für den </a:t>
            </a:r>
            <a:r>
              <a:rPr lang="en-GB" sz="3200" b="1" kern="100" dirty="0" err="1">
                <a:effectLst/>
                <a:latin typeface="Calibri" panose="020F0502020204030204" pitchFamily="34" charset="0"/>
                <a:ea typeface="Times New Roman" panose="02020603050405020304" pitchFamily="18" charset="0"/>
                <a:cs typeface="Times New Roman" panose="02020603050405020304" pitchFamily="18" charset="0"/>
              </a:rPr>
              <a:t>Teilnehmer</a:t>
            </a:r>
            <a:endParaRPr lang="en-DK" sz="14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de-DE" sz="3200" kern="100" dirty="0">
                <a:effectLst/>
                <a:latin typeface="Calibri" panose="020F0502020204030204" pitchFamily="34" charset="0"/>
                <a:ea typeface="Times New Roman" panose="02020603050405020304" pitchFamily="18" charset="0"/>
                <a:cs typeface="Times New Roman" panose="02020603050405020304" pitchFamily="18" charset="0"/>
              </a:rPr>
              <a:t>Bei diesem Test spüren Sie einen intensiven, schmerzhaften Druck auf Ihr nicht-dominantes Bein, während der Druck auf die Manschette an Ihrem dominanten Bein allmählich zunimmt. Bitte bewerten Sie die Schmerzen, die Sie nur an Ihrem dominanten Bein empfinden, mithilfe der Skala in Ihrer Hand. Die Skala reicht von „Kein Schmerz“ bis „Maximaler Schmerz“. Wichtig ist, dass Sie mit der Bewertung beginnen, sobald Sie auch nur den geringsten Schmerz verspüren. Der maximale Schmerz ist der stärkste erträgliche Schmerz. Sobald Sie diesen Wert erreichen, wird der Druck automatisch gestoppt.</a:t>
            </a:r>
            <a:endParaRPr lang="en-DK" sz="1400" kern="1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48265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355</Words>
  <Application>Microsoft Office PowerPoint</Application>
  <PresentationFormat>Widescreen</PresentationFormat>
  <Paragraphs>26</Paragraphs>
  <Slides>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Aptos Display</vt:lpstr>
      <vt:lpstr>Arial</vt:lpstr>
      <vt:lpstr>Calibri</vt:lpstr>
      <vt:lpstr>Fira Code</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Kristian Hennings</dc:creator>
  <cp:lastModifiedBy>Kristian Hennings</cp:lastModifiedBy>
  <cp:revision>24</cp:revision>
  <dcterms:created xsi:type="dcterms:W3CDTF">2024-09-15T13:42:36Z</dcterms:created>
  <dcterms:modified xsi:type="dcterms:W3CDTF">2026-06-26T09:53:25Z</dcterms:modified>
</cp:coreProperties>
</file>