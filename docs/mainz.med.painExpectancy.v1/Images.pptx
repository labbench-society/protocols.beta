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00" autoAdjust="0"/>
  </p:normalViewPr>
  <p:slideViewPr>
    <p:cSldViewPr snapToGrid="0">
      <p:cViewPr varScale="1">
        <p:scale>
          <a:sx n="78" d="100"/>
          <a:sy n="78" d="100"/>
        </p:scale>
        <p:origin x="18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A29A1-A18F-4C86-A315-A030E9FEB606}" type="datetimeFigureOut">
              <a:rPr lang="en-DK" smtClean="0"/>
              <a:t>12/01/2026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545BC-EA28-43CB-9CEF-9A2E2FD0C97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9386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Cross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8650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Stimulating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862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69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901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us Sign 2">
            <a:extLst>
              <a:ext uri="{FF2B5EF4-FFF2-40B4-BE49-F238E27FC236}">
                <a16:creationId xmlns:a16="http://schemas.microsoft.com/office/drawing/2014/main" id="{45F553E3-21D3-1F43-BE32-94DE84DA27B0}"/>
              </a:ext>
            </a:extLst>
          </p:cNvPr>
          <p:cNvSpPr/>
          <p:nvPr/>
        </p:nvSpPr>
        <p:spPr>
          <a:xfrm>
            <a:off x="4656000" y="1989000"/>
            <a:ext cx="2880000" cy="288000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9256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ning Bolt Yellow Symbol PNG &amp; SVG Design For T-Shirts">
            <a:extLst>
              <a:ext uri="{FF2B5EF4-FFF2-40B4-BE49-F238E27FC236}">
                <a16:creationId xmlns:a16="http://schemas.microsoft.com/office/drawing/2014/main" id="{3B8BF906-2055-83D5-B3B6-3E0CBAD12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61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10</cp:revision>
  <dcterms:created xsi:type="dcterms:W3CDTF">2025-07-09T11:14:11Z</dcterms:created>
  <dcterms:modified xsi:type="dcterms:W3CDTF">2026-01-12T09:26:46Z</dcterms:modified>
</cp:coreProperties>
</file>