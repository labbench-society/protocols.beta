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12801600" cy="9601200" type="A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598" autoAdjust="0"/>
  </p:normalViewPr>
  <p:slideViewPr>
    <p:cSldViewPr snapToGrid="0">
      <p:cViewPr varScale="1">
        <p:scale>
          <a:sx n="65" d="100"/>
          <a:sy n="65" d="100"/>
        </p:scale>
        <p:origin x="21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2CC898-9864-45A9-B651-17C2E2416C31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38C6FA-427E-44F4-B27F-C011804547B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15140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1pPr>
    <a:lvl2pPr marL="537667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2pPr>
    <a:lvl3pPr marL="1075334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3pPr>
    <a:lvl4pPr marL="1613002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4pPr>
    <a:lvl5pPr marL="2150669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5pPr>
    <a:lvl6pPr marL="2688336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6pPr>
    <a:lvl7pPr marL="3226003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7pPr>
    <a:lvl8pPr marL="376367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8pPr>
    <a:lvl9pPr marL="4301338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38C6FA-427E-44F4-B27F-C011804547BA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11752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82757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50220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82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36277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43230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05893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96141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21467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87043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72286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35677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13584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02E5D-A403-4BA8-B869-BD7CC95F0AA5}" type="datetimeFigureOut">
              <a:rPr lang="en-DK" smtClean="0"/>
              <a:t>08/01/2026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B9036-5061-4A37-BAF8-AE2678A2CC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30392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F7FF6-EF1E-FD79-B40B-C91F922B4A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Illustrations</a:t>
            </a:r>
            <a:endParaRPr lang="en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0A240-702D-225E-49DD-3A83B1F28F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Pain Expectance (Bayesian Model of Individual Differences)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285783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9265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11</Words>
  <Application>Microsoft Office PowerPoint</Application>
  <PresentationFormat>A3 Paper (297x420 mm)</PresentationFormat>
  <Paragraphs>3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Illustrations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4</cp:revision>
  <dcterms:created xsi:type="dcterms:W3CDTF">2026-01-08T11:03:05Z</dcterms:created>
  <dcterms:modified xsi:type="dcterms:W3CDTF">2026-01-08T11:04:33Z</dcterms:modified>
</cp:coreProperties>
</file>