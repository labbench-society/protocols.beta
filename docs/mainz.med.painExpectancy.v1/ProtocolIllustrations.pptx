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801600" cy="9601200" type="A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56" autoAdjust="0"/>
  </p:normalViewPr>
  <p:slideViewPr>
    <p:cSldViewPr snapToGrid="0">
      <p:cViewPr varScale="1">
        <p:scale>
          <a:sx n="65" d="100"/>
          <a:sy n="65" d="100"/>
        </p:scale>
        <p:origin x="21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CC898-9864-45A9-B651-17C2E2416C31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8C6FA-427E-44F4-B27F-C011804547B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1514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8C6FA-427E-44F4-B27F-C011804547BA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11752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8275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5022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3627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43230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05893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9614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146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8704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228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3567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358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02E5D-A403-4BA8-B869-BD7CC95F0AA5}" type="datetimeFigureOut">
              <a:rPr lang="en-DK" smtClean="0"/>
              <a:t>08/01/2026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B9036-5061-4A37-BAF8-AE2678A2CCD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3039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7FF6-EF1E-FD79-B40B-C91F922B4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Illustrations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0A240-702D-225E-49DD-3A83B1F28F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Pain Expectance (Bayesian Model of Individual Differences)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285783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C0035B-A6E3-BAEB-0716-24658B50A11C}"/>
              </a:ext>
            </a:extLst>
          </p:cNvPr>
          <p:cNvSpPr/>
          <p:nvPr/>
        </p:nvSpPr>
        <p:spPr>
          <a:xfrm>
            <a:off x="2315496" y="2271252"/>
            <a:ext cx="6990735" cy="46899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598A45-543A-706C-B3EE-64A2D70647DC}"/>
              </a:ext>
            </a:extLst>
          </p:cNvPr>
          <p:cNvGrpSpPr/>
          <p:nvPr/>
        </p:nvGrpSpPr>
        <p:grpSpPr>
          <a:xfrm>
            <a:off x="2657714" y="3546987"/>
            <a:ext cx="6306298" cy="2138516"/>
            <a:chOff x="2680234" y="3561734"/>
            <a:chExt cx="6306298" cy="213851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EB2D10F-EFAC-7D03-F821-17BE21AD9E34}"/>
                </a:ext>
              </a:extLst>
            </p:cNvPr>
            <p:cNvGrpSpPr/>
            <p:nvPr/>
          </p:nvGrpSpPr>
          <p:grpSpPr>
            <a:xfrm>
              <a:off x="2680234" y="3561734"/>
              <a:ext cx="2978154" cy="2138516"/>
              <a:chOff x="2547499" y="-154858"/>
              <a:chExt cx="2978154" cy="213851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797D3A3-8613-A909-F70D-8A795CB743F0}"/>
                  </a:ext>
                </a:extLst>
              </p:cNvPr>
              <p:cNvSpPr/>
              <p:nvPr/>
            </p:nvSpPr>
            <p:spPr>
              <a:xfrm>
                <a:off x="2547499" y="-154858"/>
                <a:ext cx="2978154" cy="21385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4DE979A-C50A-57E8-2759-44127C080C51}"/>
                  </a:ext>
                </a:extLst>
              </p:cNvPr>
              <p:cNvGrpSpPr/>
              <p:nvPr/>
            </p:nvGrpSpPr>
            <p:grpSpPr>
              <a:xfrm>
                <a:off x="2728886" y="14400"/>
                <a:ext cx="2615381" cy="1800000"/>
                <a:chOff x="2895069" y="3679722"/>
                <a:chExt cx="2615381" cy="1800000"/>
              </a:xfrm>
              <a:solidFill>
                <a:schemeClr val="bg1"/>
              </a:solidFill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C3FA05EC-722A-8F1B-0E89-24350FEC66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06038" y="3679722"/>
                  <a:ext cx="1204412" cy="180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542327E7-D0E5-CB4A-29CA-E7F51F12BD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95069" y="3679722"/>
                  <a:ext cx="1204411" cy="1800000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2D3FEED-CFA6-4150-15B6-A2EEA5FC88D5}"/>
                </a:ext>
              </a:extLst>
            </p:cNvPr>
            <p:cNvGrpSpPr/>
            <p:nvPr/>
          </p:nvGrpSpPr>
          <p:grpSpPr>
            <a:xfrm>
              <a:off x="6008378" y="3561734"/>
              <a:ext cx="2978154" cy="2138516"/>
              <a:chOff x="5875643" y="-154858"/>
              <a:chExt cx="2978154" cy="213851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812D0E-DE41-9E85-D792-B90967181BCF}"/>
                  </a:ext>
                </a:extLst>
              </p:cNvPr>
              <p:cNvSpPr/>
              <p:nvPr/>
            </p:nvSpPr>
            <p:spPr>
              <a:xfrm>
                <a:off x="5875643" y="-154858"/>
                <a:ext cx="2978154" cy="21385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37B68BE-E347-575C-00F6-548B58DCBD8D}"/>
                  </a:ext>
                </a:extLst>
              </p:cNvPr>
              <p:cNvGrpSpPr/>
              <p:nvPr/>
            </p:nvGrpSpPr>
            <p:grpSpPr>
              <a:xfrm>
                <a:off x="6057030" y="14400"/>
                <a:ext cx="2615381" cy="1800000"/>
                <a:chOff x="6206102" y="3679722"/>
                <a:chExt cx="2615381" cy="1800000"/>
              </a:xfrm>
              <a:solidFill>
                <a:schemeClr val="bg1"/>
              </a:solidFill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48AEB09B-A035-0F97-0B31-B81B180549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06102" y="3679722"/>
                  <a:ext cx="1204412" cy="180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C9563756-506D-3BF6-6200-A9CE9B7F26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17071" y="3679722"/>
                  <a:ext cx="1204412" cy="1800000"/>
                </a:xfrm>
                <a:prstGeom prst="rect">
                  <a:avLst/>
                </a:prstGeom>
                <a:grpFill/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56926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57CE-70BC-577D-778E-938C2F69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8D96EC-A8E7-A3D6-A28E-DE20D5FB8831}"/>
              </a:ext>
            </a:extLst>
          </p:cNvPr>
          <p:cNvSpPr/>
          <p:nvPr/>
        </p:nvSpPr>
        <p:spPr>
          <a:xfrm>
            <a:off x="2315496" y="2271252"/>
            <a:ext cx="6990735" cy="46899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85F224-6C46-E4DA-952D-B528DA378425}"/>
              </a:ext>
            </a:extLst>
          </p:cNvPr>
          <p:cNvGrpSpPr/>
          <p:nvPr/>
        </p:nvGrpSpPr>
        <p:grpSpPr>
          <a:xfrm>
            <a:off x="4321786" y="3546987"/>
            <a:ext cx="2978154" cy="2138516"/>
            <a:chOff x="5875643" y="-154858"/>
            <a:chExt cx="2978154" cy="213851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B23430-817B-83E6-759E-B6AAE45C67B6}"/>
                </a:ext>
              </a:extLst>
            </p:cNvPr>
            <p:cNvSpPr/>
            <p:nvPr/>
          </p:nvSpPr>
          <p:spPr>
            <a:xfrm>
              <a:off x="5875643" y="-154858"/>
              <a:ext cx="2978154" cy="21385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ADBC03-2901-9E87-7D07-2577A144FE47}"/>
                </a:ext>
              </a:extLst>
            </p:cNvPr>
            <p:cNvGrpSpPr/>
            <p:nvPr/>
          </p:nvGrpSpPr>
          <p:grpSpPr>
            <a:xfrm>
              <a:off x="6057030" y="14400"/>
              <a:ext cx="2615381" cy="1800000"/>
              <a:chOff x="6206102" y="3679722"/>
              <a:chExt cx="2615381" cy="1800000"/>
            </a:xfrm>
            <a:solidFill>
              <a:schemeClr val="bg1"/>
            </a:solidFill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54A6FE76-213B-1FB2-559C-6D86C9DFD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06102" y="3679722"/>
                <a:ext cx="1204412" cy="1800000"/>
              </a:xfrm>
              <a:prstGeom prst="rect">
                <a:avLst/>
              </a:prstGeom>
              <a:grpFill/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9C20B61-73DB-C5B3-2330-A71B57D23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7071" y="3679722"/>
                <a:ext cx="1204412" cy="1800000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153738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9E3D16-2E35-616A-4C1B-4A3FC4707DA6}"/>
              </a:ext>
            </a:extLst>
          </p:cNvPr>
          <p:cNvSpPr/>
          <p:nvPr/>
        </p:nvSpPr>
        <p:spPr>
          <a:xfrm>
            <a:off x="2315496" y="2271252"/>
            <a:ext cx="6990735" cy="46899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3" name="Picture 2" descr="Lightning Bolt Yellow Symbol PNG &amp; SVG Design For T-Shirts">
            <a:extLst>
              <a:ext uri="{FF2B5EF4-FFF2-40B4-BE49-F238E27FC236}">
                <a16:creationId xmlns:a16="http://schemas.microsoft.com/office/drawing/2014/main" id="{794456F2-60CF-7C70-3652-A8FD2A280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63" y="3000600"/>
            <a:ext cx="360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93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94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11</Words>
  <Application>Microsoft Office PowerPoint</Application>
  <PresentationFormat>A3 Paper (297x420 mm)</PresentationFormat>
  <Paragraphs>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Illustrations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12</cp:revision>
  <dcterms:created xsi:type="dcterms:W3CDTF">2026-01-08T11:03:05Z</dcterms:created>
  <dcterms:modified xsi:type="dcterms:W3CDTF">2026-01-08T11:44:31Z</dcterms:modified>
</cp:coreProperties>
</file>